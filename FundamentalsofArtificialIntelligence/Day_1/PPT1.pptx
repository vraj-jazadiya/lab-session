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0" r:id="rId1"/>
  </p:sldMasterIdLst>
  <p:notesMasterIdLst>
    <p:notesMasterId r:id="rId16"/>
  </p:notesMasterIdLst>
  <p:sldIdLst>
    <p:sldId id="257" r:id="rId2"/>
    <p:sldId id="398" r:id="rId3"/>
    <p:sldId id="327" r:id="rId4"/>
    <p:sldId id="328" r:id="rId5"/>
    <p:sldId id="329" r:id="rId6"/>
    <p:sldId id="330" r:id="rId7"/>
    <p:sldId id="332" r:id="rId8"/>
    <p:sldId id="333" r:id="rId9"/>
    <p:sldId id="372" r:id="rId10"/>
    <p:sldId id="334" r:id="rId11"/>
    <p:sldId id="338" r:id="rId12"/>
    <p:sldId id="339" r:id="rId13"/>
    <p:sldId id="260" r:id="rId14"/>
    <p:sldId id="396" r:id="rId1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34" autoAdjust="0"/>
    <p:restoredTop sz="94607" autoAdjust="0"/>
  </p:normalViewPr>
  <p:slideViewPr>
    <p:cSldViewPr>
      <p:cViewPr varScale="1">
        <p:scale>
          <a:sx n="65" d="100"/>
          <a:sy n="65" d="100"/>
        </p:scale>
        <p:origin x="-1446" y="-108"/>
      </p:cViewPr>
      <p:guideLst>
        <p:guide orient="horz" pos="2160"/>
        <p:guide pos="2880"/>
      </p:guideLst>
    </p:cSldViewPr>
  </p:slideViewPr>
  <p:outlineViewPr>
    <p:cViewPr>
      <p:scale>
        <a:sx n="33" d="100"/>
        <a:sy n="33" d="100"/>
      </p:scale>
      <p:origin x="0" y="1806"/>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dirty="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BBD26A60-F5EA-4D27-84BD-9B7689B58D9E}" type="datetimeFigureOut">
              <a:rPr lang="en-US"/>
              <a:pPr>
                <a:defRPr/>
              </a:pPr>
              <a:t>6/22/2026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dirty="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78522EDC-AD7C-4C88-B7CC-7246DF362BE8}"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Straight Connector 3"/>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29" name="Title 28"/>
          <p:cNvSpPr>
            <a:spLocks noGrp="1"/>
          </p:cNvSpPr>
          <p:nvPr>
            <p:ph type="ctrTitle"/>
          </p:nvPr>
        </p:nvSpPr>
        <p:spPr>
          <a:xfrm>
            <a:off x="381000" y="4853411"/>
            <a:ext cx="8458200" cy="1222375"/>
          </a:xfrm>
        </p:spPr>
        <p:txBody>
          <a:bodyPr anchor="t"/>
          <a:lstStyle/>
          <a:p>
            <a:r>
              <a:rPr lang="en-US"/>
              <a:t>Click to edit Master title style</a:t>
            </a:r>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5" name="Date Placeholder 15"/>
          <p:cNvSpPr>
            <a:spLocks noGrp="1"/>
          </p:cNvSpPr>
          <p:nvPr>
            <p:ph type="dt" sz="half" idx="10"/>
          </p:nvPr>
        </p:nvSpPr>
        <p:spPr/>
        <p:txBody>
          <a:bodyPr/>
          <a:lstStyle>
            <a:lvl1pPr>
              <a:defRPr/>
            </a:lvl1pPr>
          </a:lstStyle>
          <a:p>
            <a:pPr>
              <a:defRPr/>
            </a:pPr>
            <a:fld id="{92A70D72-15F6-4088-9C94-BE47DD06381E}" type="datetimeFigureOut">
              <a:rPr lang="en-US"/>
              <a:pPr>
                <a:defRPr/>
              </a:pPr>
              <a:t>6/22/2026</a:t>
            </a:fld>
            <a:endParaRPr lang="en-IN" dirty="0"/>
          </a:p>
        </p:txBody>
      </p:sp>
      <p:sp>
        <p:nvSpPr>
          <p:cNvPr id="6" name="Footer Placeholder 1"/>
          <p:cNvSpPr>
            <a:spLocks noGrp="1"/>
          </p:cNvSpPr>
          <p:nvPr>
            <p:ph type="ftr" sz="quarter" idx="11"/>
          </p:nvPr>
        </p:nvSpPr>
        <p:spPr/>
        <p:txBody>
          <a:bodyPr/>
          <a:lstStyle>
            <a:lvl1pPr>
              <a:defRPr dirty="0"/>
            </a:lvl1pPr>
          </a:lstStyle>
          <a:p>
            <a:pPr>
              <a:defRPr/>
            </a:pPr>
            <a:endParaRPr lang="en-IN"/>
          </a:p>
        </p:txBody>
      </p:sp>
      <p:sp>
        <p:nvSpPr>
          <p:cNvPr id="7" name="Slide Number Placeholder 14"/>
          <p:cNvSpPr>
            <a:spLocks noGrp="1"/>
          </p:cNvSpPr>
          <p:nvPr>
            <p:ph type="sldNum" sz="quarter" idx="12"/>
          </p:nvPr>
        </p:nvSpPr>
        <p:spPr>
          <a:xfrm>
            <a:off x="8229600" y="6473825"/>
            <a:ext cx="758825" cy="247650"/>
          </a:xfrm>
        </p:spPr>
        <p:txBody>
          <a:bodyPr/>
          <a:lstStyle>
            <a:lvl1pPr>
              <a:defRPr/>
            </a:lvl1pPr>
          </a:lstStyle>
          <a:p>
            <a:pPr>
              <a:defRPr/>
            </a:pPr>
            <a:fld id="{2C7CDDE2-FF42-43DA-9504-C6E9BABD0D91}" type="slidenum">
              <a:rPr lang="en-IN"/>
              <a:pPr>
                <a:defRPr/>
              </a:pPr>
              <a:t>‹#›</a:t>
            </a:fld>
            <a:endParaRPr lang="en-IN" dirty="0"/>
          </a:p>
        </p:txBody>
      </p:sp>
    </p:spTree>
  </p:cSld>
  <p:clrMapOvr>
    <a:masterClrMapping/>
  </p:clrMapOvr>
  <p:transition spd="slow">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lang="en-US"/>
              <a:t>Click to edit Master title style</a:t>
            </a:r>
          </a:p>
        </p:txBody>
      </p:sp>
      <p:sp>
        <p:nvSpPr>
          <p:cNvPr id="27" name="Content Placeholder 26"/>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4"/>
          <p:cNvSpPr>
            <a:spLocks noGrp="1"/>
          </p:cNvSpPr>
          <p:nvPr>
            <p:ph type="dt" sz="half" idx="10"/>
          </p:nvPr>
        </p:nvSpPr>
        <p:spPr/>
        <p:txBody>
          <a:bodyPr/>
          <a:lstStyle>
            <a:lvl1pPr>
              <a:defRPr/>
            </a:lvl1pPr>
          </a:lstStyle>
          <a:p>
            <a:pPr>
              <a:defRPr/>
            </a:pPr>
            <a:fld id="{DC170271-E897-4883-A1ED-83C2FF228DC7}" type="datetimeFigureOut">
              <a:rPr lang="en-US"/>
              <a:pPr>
                <a:defRPr/>
              </a:pPr>
              <a:t>6/22/2026</a:t>
            </a:fld>
            <a:endParaRPr lang="en-IN" dirty="0"/>
          </a:p>
        </p:txBody>
      </p:sp>
      <p:sp>
        <p:nvSpPr>
          <p:cNvPr id="5" name="Footer Placeholder 18"/>
          <p:cNvSpPr>
            <a:spLocks noGrp="1"/>
          </p:cNvSpPr>
          <p:nvPr>
            <p:ph type="ftr" sz="quarter" idx="11"/>
          </p:nvPr>
        </p:nvSpPr>
        <p:spPr>
          <a:xfrm>
            <a:off x="3581400" y="76200"/>
            <a:ext cx="2895600" cy="288925"/>
          </a:xfrm>
        </p:spPr>
        <p:txBody>
          <a:bodyPr/>
          <a:lstStyle>
            <a:lvl1pPr>
              <a:defRPr dirty="0"/>
            </a:lvl1pPr>
          </a:lstStyle>
          <a:p>
            <a:pPr>
              <a:defRPr/>
            </a:pPr>
            <a:endParaRPr lang="en-IN"/>
          </a:p>
        </p:txBody>
      </p:sp>
      <p:sp>
        <p:nvSpPr>
          <p:cNvPr id="6" name="Slide Number Placeholder 15"/>
          <p:cNvSpPr>
            <a:spLocks noGrp="1"/>
          </p:cNvSpPr>
          <p:nvPr>
            <p:ph type="sldNum" sz="quarter" idx="12"/>
          </p:nvPr>
        </p:nvSpPr>
        <p:spPr>
          <a:xfrm>
            <a:off x="8229600" y="6473825"/>
            <a:ext cx="758825" cy="247650"/>
          </a:xfrm>
        </p:spPr>
        <p:txBody>
          <a:bodyPr/>
          <a:lstStyle>
            <a:lvl1pPr>
              <a:defRPr/>
            </a:lvl1pPr>
          </a:lstStyle>
          <a:p>
            <a:pPr>
              <a:defRPr/>
            </a:pPr>
            <a:fld id="{5DAD63D4-9C24-45CE-95C3-0ECA6960EFD4}" type="slidenum">
              <a:rPr lang="en-IN"/>
              <a:pPr>
                <a:defRPr/>
              </a:pPr>
              <a:t>‹#›</a:t>
            </a:fld>
            <a:endParaRPr lang="en-IN" dirty="0"/>
          </a:p>
        </p:txBody>
      </p:sp>
    </p:spTree>
  </p:cSld>
  <p:clrMapOvr>
    <a:masterClrMapping/>
  </p:clrMapOvr>
  <p:transition spd="slow">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Straight Connector 3"/>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lang="en-US"/>
              <a:t>Click to edit Master title style</a:t>
            </a:r>
          </a:p>
        </p:txBody>
      </p:sp>
      <p:sp>
        <p:nvSpPr>
          <p:cNvPr id="5" name="Date Placeholder 18"/>
          <p:cNvSpPr>
            <a:spLocks noGrp="1"/>
          </p:cNvSpPr>
          <p:nvPr>
            <p:ph type="dt" sz="half" idx="10"/>
          </p:nvPr>
        </p:nvSpPr>
        <p:spPr/>
        <p:txBody>
          <a:bodyPr/>
          <a:lstStyle>
            <a:lvl1pPr>
              <a:defRPr/>
            </a:lvl1pPr>
          </a:lstStyle>
          <a:p>
            <a:pPr>
              <a:defRPr/>
            </a:pPr>
            <a:fld id="{AFF1962B-878A-40FC-9962-F7326F937B33}" type="datetimeFigureOut">
              <a:rPr lang="en-US"/>
              <a:pPr>
                <a:defRPr/>
              </a:pPr>
              <a:t>6/22/2026</a:t>
            </a:fld>
            <a:endParaRPr lang="en-IN" dirty="0"/>
          </a:p>
        </p:txBody>
      </p:sp>
      <p:sp>
        <p:nvSpPr>
          <p:cNvPr id="7" name="Footer Placeholder 10"/>
          <p:cNvSpPr>
            <a:spLocks noGrp="1"/>
          </p:cNvSpPr>
          <p:nvPr>
            <p:ph type="ftr" sz="quarter" idx="11"/>
          </p:nvPr>
        </p:nvSpPr>
        <p:spPr/>
        <p:txBody>
          <a:bodyPr/>
          <a:lstStyle>
            <a:lvl1pPr>
              <a:defRPr dirty="0"/>
            </a:lvl1pPr>
          </a:lstStyle>
          <a:p>
            <a:pPr>
              <a:defRPr/>
            </a:pPr>
            <a:endParaRPr lang="en-IN"/>
          </a:p>
        </p:txBody>
      </p:sp>
      <p:sp>
        <p:nvSpPr>
          <p:cNvPr id="9" name="Slide Number Placeholder 15"/>
          <p:cNvSpPr>
            <a:spLocks noGrp="1"/>
          </p:cNvSpPr>
          <p:nvPr>
            <p:ph type="sldNum" sz="quarter" idx="12"/>
          </p:nvPr>
        </p:nvSpPr>
        <p:spPr/>
        <p:txBody>
          <a:bodyPr/>
          <a:lstStyle>
            <a:lvl1pPr>
              <a:defRPr/>
            </a:lvl1pPr>
          </a:lstStyle>
          <a:p>
            <a:pPr>
              <a:defRPr/>
            </a:pPr>
            <a:fld id="{A4FE0547-58E7-44E6-98AD-31A0B82EAA95}" type="slidenum">
              <a:rPr lang="en-IN"/>
              <a:pPr>
                <a:defRPr/>
              </a:pPr>
              <a:t>‹#›</a:t>
            </a:fld>
            <a:endParaRPr lang="en-IN" dirty="0"/>
          </a:p>
        </p:txBody>
      </p:sp>
    </p:spTree>
  </p:cSld>
  <p:clrMapOvr>
    <a:masterClrMapping/>
  </p:clrMapOvr>
  <p:transition spd="slow">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lang="en-US"/>
              <a:t>Click to edit Master title style</a:t>
            </a:r>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0"/>
          <p:cNvSpPr>
            <a:spLocks noGrp="1"/>
          </p:cNvSpPr>
          <p:nvPr>
            <p:ph type="dt" sz="half" idx="10"/>
          </p:nvPr>
        </p:nvSpPr>
        <p:spPr/>
        <p:txBody>
          <a:bodyPr/>
          <a:lstStyle>
            <a:lvl1pPr>
              <a:defRPr/>
            </a:lvl1pPr>
          </a:lstStyle>
          <a:p>
            <a:pPr>
              <a:defRPr/>
            </a:pPr>
            <a:fld id="{48376E87-D7CB-47FE-AC98-827D9BEB1CA4}" type="datetimeFigureOut">
              <a:rPr lang="en-US"/>
              <a:pPr>
                <a:defRPr/>
              </a:pPr>
              <a:t>6/22/2026</a:t>
            </a:fld>
            <a:endParaRPr lang="en-IN" dirty="0"/>
          </a:p>
        </p:txBody>
      </p:sp>
      <p:sp>
        <p:nvSpPr>
          <p:cNvPr id="6" name="Footer Placeholder 27"/>
          <p:cNvSpPr>
            <a:spLocks noGrp="1"/>
          </p:cNvSpPr>
          <p:nvPr>
            <p:ph type="ftr" sz="quarter" idx="11"/>
          </p:nvPr>
        </p:nvSpPr>
        <p:spPr/>
        <p:txBody>
          <a:bodyPr/>
          <a:lstStyle>
            <a:lvl1pPr>
              <a:defRPr/>
            </a:lvl1pPr>
          </a:lstStyle>
          <a:p>
            <a:pPr>
              <a:defRPr/>
            </a:pPr>
            <a:endParaRPr lang="en-IN"/>
          </a:p>
        </p:txBody>
      </p:sp>
      <p:sp>
        <p:nvSpPr>
          <p:cNvPr id="7" name="Slide Number Placeholder 4"/>
          <p:cNvSpPr>
            <a:spLocks noGrp="1"/>
          </p:cNvSpPr>
          <p:nvPr>
            <p:ph type="sldNum" sz="quarter" idx="12"/>
          </p:nvPr>
        </p:nvSpPr>
        <p:spPr/>
        <p:txBody>
          <a:bodyPr/>
          <a:lstStyle>
            <a:lvl1pPr>
              <a:defRPr/>
            </a:lvl1pPr>
          </a:lstStyle>
          <a:p>
            <a:pPr>
              <a:defRPr/>
            </a:pPr>
            <a:fld id="{4F0B5C4C-DA8D-4573-BBE2-117079443CCC}" type="slidenum">
              <a:rPr lang="en-IN"/>
              <a:pPr>
                <a:defRPr/>
              </a:pPr>
              <a:t>‹#›</a:t>
            </a:fld>
            <a:endParaRPr lang="en-IN" dirty="0"/>
          </a:p>
        </p:txBody>
      </p:sp>
    </p:spTree>
  </p:cSld>
  <p:clrMapOvr>
    <a:masterClrMapping/>
  </p:clrMapOvr>
  <p:transition spd="slow">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29" name="Title 28"/>
          <p:cNvSpPr>
            <a:spLocks noGrp="1"/>
          </p:cNvSpPr>
          <p:nvPr>
            <p:ph type="title"/>
          </p:nvPr>
        </p:nvSpPr>
        <p:spPr>
          <a:xfrm>
            <a:off x="304800" y="5410200"/>
            <a:ext cx="8610600" cy="882650"/>
          </a:xfrm>
        </p:spPr>
        <p:txBody>
          <a:bodyPr/>
          <a:lstStyle>
            <a:lvl1pPr>
              <a:defRPr/>
            </a:lvl1pPr>
          </a:lstStyle>
          <a:p>
            <a:r>
              <a:rPr lang="en-US"/>
              <a:t>Click to edit Master title style</a:t>
            </a:r>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9"/>
          <p:cNvSpPr>
            <a:spLocks noGrp="1"/>
          </p:cNvSpPr>
          <p:nvPr>
            <p:ph type="dt" sz="half" idx="10"/>
          </p:nvPr>
        </p:nvSpPr>
        <p:spPr/>
        <p:txBody>
          <a:bodyPr/>
          <a:lstStyle>
            <a:lvl1pPr>
              <a:defRPr/>
            </a:lvl1pPr>
          </a:lstStyle>
          <a:p>
            <a:pPr>
              <a:defRPr/>
            </a:pPr>
            <a:fld id="{B5AE7AA3-139B-4D2C-B569-AFFB212948ED}" type="datetimeFigureOut">
              <a:rPr lang="en-US"/>
              <a:pPr>
                <a:defRPr/>
              </a:pPr>
              <a:t>6/22/2026</a:t>
            </a:fld>
            <a:endParaRPr lang="en-IN" dirty="0"/>
          </a:p>
        </p:txBody>
      </p:sp>
      <p:sp>
        <p:nvSpPr>
          <p:cNvPr id="9" name="Footer Placeholder 5"/>
          <p:cNvSpPr>
            <a:spLocks noGrp="1"/>
          </p:cNvSpPr>
          <p:nvPr>
            <p:ph type="ftr" sz="quarter" idx="11"/>
          </p:nvPr>
        </p:nvSpPr>
        <p:spPr/>
        <p:txBody>
          <a:bodyPr/>
          <a:lstStyle>
            <a:lvl1pPr>
              <a:defRPr dirty="0"/>
            </a:lvl1pPr>
          </a:lstStyle>
          <a:p>
            <a:pPr>
              <a:defRPr/>
            </a:pPr>
            <a:endParaRPr lang="en-IN"/>
          </a:p>
        </p:txBody>
      </p:sp>
      <p:sp>
        <p:nvSpPr>
          <p:cNvPr id="10" name="Slide Number Placeholder 6"/>
          <p:cNvSpPr>
            <a:spLocks noGrp="1"/>
          </p:cNvSpPr>
          <p:nvPr>
            <p:ph type="sldNum" sz="quarter" idx="12"/>
          </p:nvPr>
        </p:nvSpPr>
        <p:spPr>
          <a:xfrm>
            <a:off x="8229600" y="6477000"/>
            <a:ext cx="762000" cy="247650"/>
          </a:xfrm>
        </p:spPr>
        <p:txBody>
          <a:bodyPr/>
          <a:lstStyle>
            <a:lvl1pPr>
              <a:defRPr/>
            </a:lvl1pPr>
          </a:lstStyle>
          <a:p>
            <a:pPr>
              <a:defRPr/>
            </a:pPr>
            <a:fld id="{8381ECF2-B38B-4922-82A8-E29C0D314A1C}" type="slidenum">
              <a:rPr lang="en-IN"/>
              <a:pPr>
                <a:defRPr/>
              </a:pPr>
              <a:t>‹#›</a:t>
            </a:fld>
            <a:endParaRPr lang="en-IN" dirty="0"/>
          </a:p>
        </p:txBody>
      </p:sp>
    </p:spTree>
  </p:cSld>
  <p:clrMapOvr>
    <a:masterClrMapping/>
  </p:clrMapOvr>
  <p:transition spd="slow">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lang="en-US"/>
              <a:t>Click to edit Master title style</a:t>
            </a:r>
          </a:p>
        </p:txBody>
      </p:sp>
      <p:sp>
        <p:nvSpPr>
          <p:cNvPr id="3" name="Date Placeholder 10"/>
          <p:cNvSpPr>
            <a:spLocks noGrp="1"/>
          </p:cNvSpPr>
          <p:nvPr>
            <p:ph type="dt" sz="half" idx="10"/>
          </p:nvPr>
        </p:nvSpPr>
        <p:spPr/>
        <p:txBody>
          <a:bodyPr/>
          <a:lstStyle>
            <a:lvl1pPr>
              <a:defRPr/>
            </a:lvl1pPr>
          </a:lstStyle>
          <a:p>
            <a:pPr>
              <a:defRPr/>
            </a:pPr>
            <a:fld id="{2ED8DC55-4B34-4601-B8F3-0CC1A76BBA64}" type="datetimeFigureOut">
              <a:rPr lang="en-US"/>
              <a:pPr>
                <a:defRPr/>
              </a:pPr>
              <a:t>6/22/2026</a:t>
            </a:fld>
            <a:endParaRPr lang="en-IN" dirty="0"/>
          </a:p>
        </p:txBody>
      </p:sp>
      <p:sp>
        <p:nvSpPr>
          <p:cNvPr id="4" name="Footer Placeholder 27"/>
          <p:cNvSpPr>
            <a:spLocks noGrp="1"/>
          </p:cNvSpPr>
          <p:nvPr>
            <p:ph type="ftr" sz="quarter" idx="11"/>
          </p:nvPr>
        </p:nvSpPr>
        <p:spPr/>
        <p:txBody>
          <a:bodyPr/>
          <a:lstStyle>
            <a:lvl1pPr>
              <a:defRPr/>
            </a:lvl1pPr>
          </a:lstStyle>
          <a:p>
            <a:pPr>
              <a:defRPr/>
            </a:pPr>
            <a:endParaRPr lang="en-IN"/>
          </a:p>
        </p:txBody>
      </p:sp>
      <p:sp>
        <p:nvSpPr>
          <p:cNvPr id="5" name="Slide Number Placeholder 4"/>
          <p:cNvSpPr>
            <a:spLocks noGrp="1"/>
          </p:cNvSpPr>
          <p:nvPr>
            <p:ph type="sldNum" sz="quarter" idx="12"/>
          </p:nvPr>
        </p:nvSpPr>
        <p:spPr/>
        <p:txBody>
          <a:bodyPr/>
          <a:lstStyle>
            <a:lvl1pPr>
              <a:defRPr/>
            </a:lvl1pPr>
          </a:lstStyle>
          <a:p>
            <a:pPr>
              <a:defRPr/>
            </a:pPr>
            <a:fld id="{78FB6C9F-7CFE-4388-9A1F-9A2AA6D544E7}" type="slidenum">
              <a:rPr lang="en-IN"/>
              <a:pPr>
                <a:defRPr/>
              </a:pPr>
              <a:t>‹#›</a:t>
            </a:fld>
            <a:endParaRPr lang="en-IN" dirty="0"/>
          </a:p>
        </p:txBody>
      </p:sp>
    </p:spTree>
  </p:cSld>
  <p:clrMapOvr>
    <a:masterClrMapping/>
  </p:clrMapOvr>
  <p:transition spd="slow">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2"/>
          <p:cNvSpPr>
            <a:spLocks noGrp="1"/>
          </p:cNvSpPr>
          <p:nvPr>
            <p:ph type="dt" sz="half" idx="10"/>
          </p:nvPr>
        </p:nvSpPr>
        <p:spPr/>
        <p:txBody>
          <a:bodyPr/>
          <a:lstStyle>
            <a:lvl1pPr>
              <a:defRPr/>
            </a:lvl1pPr>
          </a:lstStyle>
          <a:p>
            <a:pPr>
              <a:defRPr/>
            </a:pPr>
            <a:fld id="{1A913CBC-5C5D-4EBD-BCA7-184CB69E2B12}" type="datetimeFigureOut">
              <a:rPr lang="en-US"/>
              <a:pPr>
                <a:defRPr/>
              </a:pPr>
              <a:t>6/22/2026</a:t>
            </a:fld>
            <a:endParaRPr lang="en-IN" dirty="0"/>
          </a:p>
        </p:txBody>
      </p:sp>
      <p:sp>
        <p:nvSpPr>
          <p:cNvPr id="3" name="Footer Placeholder 23"/>
          <p:cNvSpPr>
            <a:spLocks noGrp="1"/>
          </p:cNvSpPr>
          <p:nvPr>
            <p:ph type="ftr" sz="quarter" idx="11"/>
          </p:nvPr>
        </p:nvSpPr>
        <p:spPr/>
        <p:txBody>
          <a:bodyPr/>
          <a:lstStyle>
            <a:lvl1pPr>
              <a:defRPr dirty="0"/>
            </a:lvl1pPr>
          </a:lstStyle>
          <a:p>
            <a:pPr>
              <a:defRPr/>
            </a:pPr>
            <a:endParaRPr lang="en-IN"/>
          </a:p>
        </p:txBody>
      </p:sp>
      <p:sp>
        <p:nvSpPr>
          <p:cNvPr id="4" name="Slide Number Placeholder 6"/>
          <p:cNvSpPr>
            <a:spLocks noGrp="1"/>
          </p:cNvSpPr>
          <p:nvPr>
            <p:ph type="sldNum" sz="quarter" idx="12"/>
          </p:nvPr>
        </p:nvSpPr>
        <p:spPr/>
        <p:txBody>
          <a:bodyPr/>
          <a:lstStyle>
            <a:lvl1pPr>
              <a:defRPr/>
            </a:lvl1pPr>
          </a:lstStyle>
          <a:p>
            <a:pPr>
              <a:defRPr/>
            </a:pPr>
            <a:fld id="{FC8C7C19-9052-4378-91CC-41FC360A1074}" type="slidenum">
              <a:rPr lang="en-IN"/>
              <a:pPr>
                <a:defRPr/>
              </a:pPr>
              <a:t>‹#›</a:t>
            </a:fld>
            <a:endParaRPr lang="en-IN" dirty="0"/>
          </a:p>
        </p:txBody>
      </p:sp>
    </p:spTree>
  </p:cSld>
  <p:clrMapOvr>
    <a:masterClrMapping/>
  </p:clrMapOvr>
  <p:transition spd="slow">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12" name="Title 11"/>
          <p:cNvSpPr>
            <a:spLocks noGrp="1"/>
          </p:cNvSpPr>
          <p:nvPr>
            <p:ph type="title"/>
          </p:nvPr>
        </p:nvSpPr>
        <p:spPr>
          <a:xfrm>
            <a:off x="457200" y="5486400"/>
            <a:ext cx="8458200" cy="520700"/>
          </a:xfrm>
        </p:spPr>
        <p:txBody>
          <a:bodyPr/>
          <a:lstStyle>
            <a:lvl1pPr algn="l">
              <a:buNone/>
              <a:defRPr sz="2000" b="1"/>
            </a:lvl1pPr>
          </a:lstStyle>
          <a:p>
            <a:r>
              <a:rPr lang="en-US"/>
              <a:t>Click to edit Master title style</a:t>
            </a:r>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24"/>
          <p:cNvSpPr>
            <a:spLocks noGrp="1"/>
          </p:cNvSpPr>
          <p:nvPr>
            <p:ph type="dt" sz="half" idx="10"/>
          </p:nvPr>
        </p:nvSpPr>
        <p:spPr/>
        <p:txBody>
          <a:bodyPr/>
          <a:lstStyle>
            <a:lvl1pPr>
              <a:defRPr/>
            </a:lvl1pPr>
          </a:lstStyle>
          <a:p>
            <a:pPr>
              <a:defRPr/>
            </a:pPr>
            <a:fld id="{2499A5D2-0790-4FAE-96D7-C5038A3A1F89}" type="datetimeFigureOut">
              <a:rPr lang="en-US"/>
              <a:pPr>
                <a:defRPr/>
              </a:pPr>
              <a:t>6/22/2026</a:t>
            </a:fld>
            <a:endParaRPr lang="en-IN" dirty="0"/>
          </a:p>
        </p:txBody>
      </p:sp>
      <p:sp>
        <p:nvSpPr>
          <p:cNvPr id="7" name="Footer Placeholder 28"/>
          <p:cNvSpPr>
            <a:spLocks noGrp="1"/>
          </p:cNvSpPr>
          <p:nvPr>
            <p:ph type="ftr" sz="quarter" idx="11"/>
          </p:nvPr>
        </p:nvSpPr>
        <p:spPr/>
        <p:txBody>
          <a:bodyPr/>
          <a:lstStyle>
            <a:lvl1pPr>
              <a:defRPr dirty="0"/>
            </a:lvl1pPr>
          </a:lstStyle>
          <a:p>
            <a:pPr>
              <a:defRPr/>
            </a:pPr>
            <a:endParaRPr lang="en-IN"/>
          </a:p>
        </p:txBody>
      </p:sp>
      <p:sp>
        <p:nvSpPr>
          <p:cNvPr id="8" name="Slide Number Placeholder 6"/>
          <p:cNvSpPr>
            <a:spLocks noGrp="1"/>
          </p:cNvSpPr>
          <p:nvPr>
            <p:ph type="sldNum" sz="quarter" idx="12"/>
          </p:nvPr>
        </p:nvSpPr>
        <p:spPr/>
        <p:txBody>
          <a:bodyPr/>
          <a:lstStyle>
            <a:lvl1pPr>
              <a:defRPr/>
            </a:lvl1pPr>
          </a:lstStyle>
          <a:p>
            <a:pPr>
              <a:defRPr/>
            </a:pPr>
            <a:fld id="{936CAADF-B343-41E2-A363-BAE57690E400}" type="slidenum">
              <a:rPr lang="en-IN"/>
              <a:pPr>
                <a:defRPr/>
              </a:pPr>
              <a:t>‹#›</a:t>
            </a:fld>
            <a:endParaRPr lang="en-IN" dirty="0"/>
          </a:p>
        </p:txBody>
      </p:sp>
    </p:spTree>
  </p:cSld>
  <p:clrMapOvr>
    <a:masterClrMapping/>
  </p:clrMapOvr>
  <p:transition spd="slow">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normAutofit/>
          </a:bodyPr>
          <a:lstStyle>
            <a:lvl1pPr marL="0" indent="0">
              <a:buNone/>
              <a:defRPr sz="3200"/>
            </a:lvl1pPr>
          </a:lstStyle>
          <a:p>
            <a:pPr lvl="0"/>
            <a:r>
              <a:rPr lang="en-US" noProof="0" dirty="0"/>
              <a:t>Click icon to add picture</a:t>
            </a:r>
          </a:p>
        </p:txBody>
      </p:sp>
      <p:sp>
        <p:nvSpPr>
          <p:cNvPr id="17" name="Title 16"/>
          <p:cNvSpPr>
            <a:spLocks noGrp="1"/>
          </p:cNvSpPr>
          <p:nvPr>
            <p:ph type="title"/>
          </p:nvPr>
        </p:nvSpPr>
        <p:spPr>
          <a:xfrm>
            <a:off x="381000" y="4993760"/>
            <a:ext cx="5867400" cy="522288"/>
          </a:xfrm>
        </p:spPr>
        <p:txBody>
          <a:bodyPr/>
          <a:lstStyle>
            <a:lvl1pPr algn="l">
              <a:buNone/>
              <a:defRPr sz="2000" b="1"/>
            </a:lvl1pPr>
          </a:lstStyle>
          <a:p>
            <a:r>
              <a:rPr lang="en-US"/>
              <a:t>Click to edit Master title style</a:t>
            </a:r>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a:r>
              <a:rPr lang="en-US"/>
              <a:t>Click to edit Master text styles</a:t>
            </a:r>
          </a:p>
        </p:txBody>
      </p:sp>
      <p:sp>
        <p:nvSpPr>
          <p:cNvPr id="5" name="Date Placeholder 6"/>
          <p:cNvSpPr>
            <a:spLocks noGrp="1"/>
          </p:cNvSpPr>
          <p:nvPr>
            <p:ph type="dt" sz="half" idx="10"/>
          </p:nvPr>
        </p:nvSpPr>
        <p:spPr/>
        <p:txBody>
          <a:bodyPr/>
          <a:lstStyle>
            <a:lvl1pPr>
              <a:defRPr/>
            </a:lvl1pPr>
          </a:lstStyle>
          <a:p>
            <a:pPr>
              <a:defRPr/>
            </a:pPr>
            <a:fld id="{F5C9C863-55FB-4198-BB0E-B4C235DD7392}" type="datetimeFigureOut">
              <a:rPr lang="en-US"/>
              <a:pPr>
                <a:defRPr/>
              </a:pPr>
              <a:t>6/22/2026</a:t>
            </a:fld>
            <a:endParaRPr lang="en-IN" dirty="0"/>
          </a:p>
        </p:txBody>
      </p:sp>
      <p:sp>
        <p:nvSpPr>
          <p:cNvPr id="6" name="Footer Placeholder 4"/>
          <p:cNvSpPr>
            <a:spLocks noGrp="1"/>
          </p:cNvSpPr>
          <p:nvPr>
            <p:ph type="ftr" sz="quarter" idx="11"/>
          </p:nvPr>
        </p:nvSpPr>
        <p:spPr/>
        <p:txBody>
          <a:bodyPr/>
          <a:lstStyle>
            <a:lvl1pPr>
              <a:defRPr dirty="0"/>
            </a:lvl1pPr>
          </a:lstStyle>
          <a:p>
            <a:pPr>
              <a:defRPr/>
            </a:pPr>
            <a:endParaRPr lang="en-IN"/>
          </a:p>
        </p:txBody>
      </p:sp>
      <p:sp>
        <p:nvSpPr>
          <p:cNvPr id="7" name="Slide Number Placeholder 30"/>
          <p:cNvSpPr>
            <a:spLocks noGrp="1"/>
          </p:cNvSpPr>
          <p:nvPr>
            <p:ph type="sldNum" sz="quarter" idx="12"/>
          </p:nvPr>
        </p:nvSpPr>
        <p:spPr/>
        <p:txBody>
          <a:bodyPr/>
          <a:lstStyle>
            <a:lvl1pPr>
              <a:defRPr/>
            </a:lvl1pPr>
          </a:lstStyle>
          <a:p>
            <a:pPr>
              <a:defRPr/>
            </a:pPr>
            <a:fld id="{70A39935-4692-47B3-B9C8-9620D2DBE7E5}" type="slidenum">
              <a:rPr lang="en-IN"/>
              <a:pPr>
                <a:defRPr/>
              </a:pPr>
              <a:t>‹#›</a:t>
            </a:fld>
            <a:endParaRPr lang="en-IN" dirty="0"/>
          </a:p>
        </p:txBody>
      </p:sp>
    </p:spTree>
  </p:cSld>
  <p:clrMapOvr>
    <a:masterClrMapping/>
  </p:clrMapOvr>
  <p:transition spd="slow">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0"/>
          <p:cNvSpPr>
            <a:spLocks noGrp="1"/>
          </p:cNvSpPr>
          <p:nvPr>
            <p:ph type="dt" sz="half" idx="10"/>
          </p:nvPr>
        </p:nvSpPr>
        <p:spPr/>
        <p:txBody>
          <a:bodyPr/>
          <a:lstStyle>
            <a:lvl1pPr>
              <a:defRPr/>
            </a:lvl1pPr>
          </a:lstStyle>
          <a:p>
            <a:pPr>
              <a:defRPr/>
            </a:pPr>
            <a:fld id="{8C3BED97-B1A9-4147-A58A-4684EC70DC80}" type="datetimeFigureOut">
              <a:rPr lang="en-US"/>
              <a:pPr>
                <a:defRPr/>
              </a:pPr>
              <a:t>6/22/2026</a:t>
            </a:fld>
            <a:endParaRPr lang="en-IN" dirty="0"/>
          </a:p>
        </p:txBody>
      </p:sp>
      <p:sp>
        <p:nvSpPr>
          <p:cNvPr id="5" name="Footer Placeholder 27"/>
          <p:cNvSpPr>
            <a:spLocks noGrp="1"/>
          </p:cNvSpPr>
          <p:nvPr>
            <p:ph type="ftr" sz="quarter" idx="11"/>
          </p:nvPr>
        </p:nvSpPr>
        <p:spPr/>
        <p:txBody>
          <a:bodyPr/>
          <a:lstStyle>
            <a:lvl1pPr>
              <a:defRPr/>
            </a:lvl1pPr>
          </a:lstStyle>
          <a:p>
            <a:pPr>
              <a:defRPr/>
            </a:pPr>
            <a:endParaRPr lang="en-IN"/>
          </a:p>
        </p:txBody>
      </p:sp>
      <p:sp>
        <p:nvSpPr>
          <p:cNvPr id="6" name="Slide Number Placeholder 4"/>
          <p:cNvSpPr>
            <a:spLocks noGrp="1"/>
          </p:cNvSpPr>
          <p:nvPr>
            <p:ph type="sldNum" sz="quarter" idx="12"/>
          </p:nvPr>
        </p:nvSpPr>
        <p:spPr/>
        <p:txBody>
          <a:bodyPr/>
          <a:lstStyle>
            <a:lvl1pPr>
              <a:defRPr/>
            </a:lvl1pPr>
          </a:lstStyle>
          <a:p>
            <a:pPr>
              <a:defRPr/>
            </a:pPr>
            <a:fld id="{8E5069EE-D0F1-442B-9468-70A1B4F3A00D}" type="slidenum">
              <a:rPr lang="en-IN"/>
              <a:pPr>
                <a:defRPr/>
              </a:pPr>
              <a:t>‹#›</a:t>
            </a:fld>
            <a:endParaRPr lang="en-IN" dirty="0"/>
          </a:p>
        </p:txBody>
      </p:sp>
    </p:spTree>
  </p:cSld>
  <p:clrMapOvr>
    <a:masterClrMapping/>
  </p:clrMapOvr>
  <p:transition spd="slow">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549276"/>
            <a:ext cx="6248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ADC3093-FAA8-42CD-BB45-6312E9FE20F3}" type="datetimeFigureOut">
              <a:rPr lang="en-US"/>
              <a:pPr>
                <a:defRPr/>
              </a:pPr>
              <a:t>6/22/2026</a:t>
            </a:fld>
            <a:endParaRPr lang="en-IN" dirty="0"/>
          </a:p>
        </p:txBody>
      </p:sp>
      <p:sp>
        <p:nvSpPr>
          <p:cNvPr id="5" name="Footer Placeholder 4"/>
          <p:cNvSpPr>
            <a:spLocks noGrp="1"/>
          </p:cNvSpPr>
          <p:nvPr>
            <p:ph type="ftr" sz="quarter" idx="11"/>
          </p:nvPr>
        </p:nvSpPr>
        <p:spPr/>
        <p:txBody>
          <a:bodyPr/>
          <a:lstStyle>
            <a:lvl1pPr>
              <a:defRPr dirty="0"/>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2B3F0B48-2243-4648-B211-3915D2508E6F}" type="slidenum">
              <a:rPr lang="en-IN"/>
              <a:pPr>
                <a:defRPr/>
              </a:pPr>
              <a:t>‹#›</a:t>
            </a:fld>
            <a:endParaRPr lang="en-IN" dirty="0"/>
          </a:p>
        </p:txBody>
      </p:sp>
    </p:spTree>
  </p:cSld>
  <p:clrMapOvr>
    <a:masterClrMapping/>
  </p:clrMapOvr>
  <p:transition spd="slow">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1029" name="Text Placeholder 7"/>
          <p:cNvSpPr>
            <a:spLocks noGrp="1"/>
          </p:cNvSpPr>
          <p:nvPr>
            <p:ph type="body" idx="1"/>
          </p:nvPr>
        </p:nvSpPr>
        <p:spPr bwMode="auto">
          <a:xfrm>
            <a:off x="304800" y="1554163"/>
            <a:ext cx="8686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eaLnBrk="1" fontAlgn="auto" latinLnBrk="0" hangingPunct="1">
              <a:spcBef>
                <a:spcPts val="0"/>
              </a:spcBef>
              <a:spcAft>
                <a:spcPts val="0"/>
              </a:spcAft>
              <a:defRPr kumimoji="0" sz="1200">
                <a:solidFill>
                  <a:schemeClr val="accent1">
                    <a:shade val="75000"/>
                  </a:schemeClr>
                </a:solidFill>
                <a:latin typeface="+mn-lt"/>
                <a:cs typeface="+mn-cs"/>
              </a:defRPr>
            </a:lvl1pPr>
          </a:lstStyle>
          <a:p>
            <a:pPr>
              <a:defRPr/>
            </a:pPr>
            <a:fld id="{0B8BFA49-FADC-49D7-804D-1091D37D4A5A}" type="datetimeFigureOut">
              <a:rPr lang="en-US"/>
              <a:pPr>
                <a:defRPr/>
              </a:pPr>
              <a:t>6/22/2026</a:t>
            </a:fld>
            <a:endParaRPr lang="en-IN" dirty="0"/>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eaLnBrk="1" fontAlgn="auto" latinLnBrk="0" hangingPunct="1">
              <a:spcBef>
                <a:spcPts val="0"/>
              </a:spcBef>
              <a:spcAft>
                <a:spcPts val="0"/>
              </a:spcAft>
              <a:defRPr kumimoji="0" sz="1200" dirty="0">
                <a:solidFill>
                  <a:schemeClr val="accent1">
                    <a:shade val="75000"/>
                  </a:schemeClr>
                </a:solidFill>
                <a:latin typeface="+mn-lt"/>
                <a:cs typeface="+mn-cs"/>
              </a:defRPr>
            </a:lvl1pPr>
          </a:lstStyle>
          <a:p>
            <a:pPr>
              <a:defRPr/>
            </a:pPr>
            <a:endParaRPr lang="en-IN"/>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eaLnBrk="1" fontAlgn="auto" latinLnBrk="0" hangingPunct="1">
              <a:spcBef>
                <a:spcPts val="0"/>
              </a:spcBef>
              <a:spcAft>
                <a:spcPts val="0"/>
              </a:spcAft>
              <a:defRPr kumimoji="0" sz="1200">
                <a:solidFill>
                  <a:schemeClr val="accent1">
                    <a:shade val="75000"/>
                  </a:schemeClr>
                </a:solidFill>
                <a:latin typeface="+mn-lt"/>
                <a:cs typeface="+mn-cs"/>
              </a:defRPr>
            </a:lvl1pPr>
          </a:lstStyle>
          <a:p>
            <a:pPr>
              <a:defRPr/>
            </a:pPr>
            <a:fld id="{D0D2FFBD-7909-415D-8652-1BFF3D2203B4}" type="slidenum">
              <a:rPr lang="en-IN"/>
              <a:pPr>
                <a:defRPr/>
              </a:pPr>
              <a:t>‹#›</a:t>
            </a:fld>
            <a:endParaRPr lang="en-IN" dirty="0"/>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lang="en-US"/>
              <a:t>Click to edit Master title style</a:t>
            </a:r>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Tree>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3996" r:id="rId4"/>
    <p:sldLayoutId id="2147484002" r:id="rId5"/>
    <p:sldLayoutId id="2147483997" r:id="rId6"/>
    <p:sldLayoutId id="2147484003" r:id="rId7"/>
    <p:sldLayoutId id="2147484004" r:id="rId8"/>
    <p:sldLayoutId id="2147484005" r:id="rId9"/>
    <p:sldLayoutId id="2147483998" r:id="rId10"/>
    <p:sldLayoutId id="2147484006" r:id="rId11"/>
  </p:sldLayoutIdLst>
  <p:transition spd="slow">
    <p:dissolve/>
  </p:transition>
  <p:txStyles>
    <p:titleStyle>
      <a:lvl1pPr algn="l" rtl="0" eaLnBrk="0" fontAlgn="base" hangingPunct="0">
        <a:spcBef>
          <a:spcPct val="0"/>
        </a:spcBef>
        <a:spcAft>
          <a:spcPct val="0"/>
        </a:spcAft>
        <a:defRPr sz="3600" kern="1200" cap="all">
          <a:solidFill>
            <a:schemeClr val="tx2"/>
          </a:solidFill>
          <a:effectLst>
            <a:reflection blurRad="12700" stA="48000" endA="300" endPos="55000" dir="5400000" sy="-90000" algn="bl" rotWithShape="0"/>
          </a:effectLst>
          <a:latin typeface="+mj-lt"/>
          <a:ea typeface="+mj-ea"/>
          <a:cs typeface="+mj-cs"/>
        </a:defRPr>
      </a:lvl1pPr>
      <a:lvl2pPr algn="l" rtl="0" eaLnBrk="0" fontAlgn="base" hangingPunct="0">
        <a:spcBef>
          <a:spcPct val="0"/>
        </a:spcBef>
        <a:spcAft>
          <a:spcPct val="0"/>
        </a:spcAft>
        <a:defRPr sz="3600">
          <a:solidFill>
            <a:schemeClr val="tx2"/>
          </a:solidFill>
          <a:latin typeface="Franklin Gothic Medium" pitchFamily="34" charset="0"/>
        </a:defRPr>
      </a:lvl2pPr>
      <a:lvl3pPr algn="l" rtl="0" eaLnBrk="0" fontAlgn="base" hangingPunct="0">
        <a:spcBef>
          <a:spcPct val="0"/>
        </a:spcBef>
        <a:spcAft>
          <a:spcPct val="0"/>
        </a:spcAft>
        <a:defRPr sz="3600">
          <a:solidFill>
            <a:schemeClr val="tx2"/>
          </a:solidFill>
          <a:latin typeface="Franklin Gothic Medium" pitchFamily="34" charset="0"/>
        </a:defRPr>
      </a:lvl3pPr>
      <a:lvl4pPr algn="l" rtl="0" eaLnBrk="0" fontAlgn="base" hangingPunct="0">
        <a:spcBef>
          <a:spcPct val="0"/>
        </a:spcBef>
        <a:spcAft>
          <a:spcPct val="0"/>
        </a:spcAft>
        <a:defRPr sz="3600">
          <a:solidFill>
            <a:schemeClr val="tx2"/>
          </a:solidFill>
          <a:latin typeface="Franklin Gothic Medium" pitchFamily="34" charset="0"/>
        </a:defRPr>
      </a:lvl4pPr>
      <a:lvl5pPr algn="l" rtl="0" eaLnBrk="0" fontAlgn="base" hangingPunct="0">
        <a:spcBef>
          <a:spcPct val="0"/>
        </a:spcBef>
        <a:spcAft>
          <a:spcPct val="0"/>
        </a:spcAft>
        <a:defRPr sz="3600">
          <a:solidFill>
            <a:schemeClr val="tx2"/>
          </a:solidFill>
          <a:latin typeface="Franklin Gothic Medium" pitchFamily="34" charset="0"/>
        </a:defRPr>
      </a:lvl5pPr>
      <a:lvl6pPr marL="457200" algn="l" rtl="0" fontAlgn="base">
        <a:spcBef>
          <a:spcPct val="0"/>
        </a:spcBef>
        <a:spcAft>
          <a:spcPct val="0"/>
        </a:spcAft>
        <a:defRPr sz="3600">
          <a:solidFill>
            <a:schemeClr val="tx2"/>
          </a:solidFill>
          <a:latin typeface="Franklin Gothic Medium" pitchFamily="34" charset="0"/>
        </a:defRPr>
      </a:lvl6pPr>
      <a:lvl7pPr marL="914400" algn="l" rtl="0" fontAlgn="base">
        <a:spcBef>
          <a:spcPct val="0"/>
        </a:spcBef>
        <a:spcAft>
          <a:spcPct val="0"/>
        </a:spcAft>
        <a:defRPr sz="3600">
          <a:solidFill>
            <a:schemeClr val="tx2"/>
          </a:solidFill>
          <a:latin typeface="Franklin Gothic Medium" pitchFamily="34" charset="0"/>
        </a:defRPr>
      </a:lvl7pPr>
      <a:lvl8pPr marL="1371600" algn="l" rtl="0" fontAlgn="base">
        <a:spcBef>
          <a:spcPct val="0"/>
        </a:spcBef>
        <a:spcAft>
          <a:spcPct val="0"/>
        </a:spcAft>
        <a:defRPr sz="3600">
          <a:solidFill>
            <a:schemeClr val="tx2"/>
          </a:solidFill>
          <a:latin typeface="Franklin Gothic Medium" pitchFamily="34" charset="0"/>
        </a:defRPr>
      </a:lvl8pPr>
      <a:lvl9pPr marL="1828800" algn="l" rtl="0" fontAlgn="base">
        <a:spcBef>
          <a:spcPct val="0"/>
        </a:spcBef>
        <a:spcAft>
          <a:spcPct val="0"/>
        </a:spcAft>
        <a:defRPr sz="3600">
          <a:solidFill>
            <a:schemeClr val="tx2"/>
          </a:solidFill>
          <a:latin typeface="Franklin Gothic Medium" pitchFamily="34" charset="0"/>
        </a:defRPr>
      </a:lvl9pPr>
    </p:titleStyle>
    <p:bodyStyle>
      <a:lvl1pPr marL="342900" indent="-342900" algn="l" rtl="0" eaLnBrk="0" fontAlgn="base" hangingPunct="0">
        <a:spcBef>
          <a:spcPct val="20000"/>
        </a:spcBef>
        <a:spcAft>
          <a:spcPct val="0"/>
        </a:spcAft>
        <a:buClr>
          <a:schemeClr val="accent1"/>
        </a:buClr>
        <a:buSzPct val="70000"/>
        <a:buFont typeface="Wingdings 2" pitchFamily="18" charset="2"/>
        <a:buChar char=""/>
        <a:defRPr sz="3200" kern="12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70000"/>
        <a:buFont typeface="Wingdings 2" pitchFamily="18" charset="2"/>
        <a:buChar char=""/>
        <a:defRPr sz="2800" kern="1200">
          <a:solidFill>
            <a:schemeClr val="tx2"/>
          </a:solidFill>
          <a:latin typeface="+mn-lt"/>
          <a:ea typeface="+mn-ea"/>
          <a:cs typeface="+mn-cs"/>
        </a:defRPr>
      </a:lvl2pPr>
      <a:lvl3pPr marL="1143000" indent="-228600" algn="l" rtl="0" eaLnBrk="0" fontAlgn="base" hangingPunct="0">
        <a:spcBef>
          <a:spcPct val="20000"/>
        </a:spcBef>
        <a:spcAft>
          <a:spcPct val="0"/>
        </a:spcAft>
        <a:buClr>
          <a:schemeClr val="accent1"/>
        </a:buClr>
        <a:buSzPct val="70000"/>
        <a:buFont typeface="Wingdings 2" pitchFamily="18" charset="2"/>
        <a:buChar char=""/>
        <a:defRPr sz="2400" kern="1200">
          <a:solidFill>
            <a:schemeClr val="tx2"/>
          </a:solidFill>
          <a:latin typeface="+mn-lt"/>
          <a:ea typeface="+mn-ea"/>
          <a:cs typeface="+mn-cs"/>
        </a:defRPr>
      </a:lvl3pPr>
      <a:lvl4pPr marL="1600200" indent="-228600" algn="l" rtl="0" eaLnBrk="0" fontAlgn="base" hangingPunct="0">
        <a:spcBef>
          <a:spcPct val="20000"/>
        </a:spcBef>
        <a:spcAft>
          <a:spcPct val="0"/>
        </a:spcAft>
        <a:buClr>
          <a:schemeClr val="accent1"/>
        </a:buClr>
        <a:buSzPct val="70000"/>
        <a:buFont typeface="Wingdings 2" pitchFamily="18" charset="2"/>
        <a:buChar char=""/>
        <a:defRPr sz="2000" kern="1200">
          <a:solidFill>
            <a:schemeClr val="tx2"/>
          </a:solidFill>
          <a:latin typeface="+mn-lt"/>
          <a:ea typeface="+mn-ea"/>
          <a:cs typeface="+mn-cs"/>
        </a:defRPr>
      </a:lvl4pPr>
      <a:lvl5pPr marL="2057400" indent="-228600" algn="l" rtl="0" eaLnBrk="0" fontAlgn="base" hangingPunct="0">
        <a:spcBef>
          <a:spcPct val="20000"/>
        </a:spcBef>
        <a:spcAft>
          <a:spcPct val="0"/>
        </a:spcAft>
        <a:buClr>
          <a:schemeClr val="accent1"/>
        </a:buClr>
        <a:buSzPct val="60000"/>
        <a:buFont typeface="Wingdings 2" pitchFamily="18" charset="2"/>
        <a:buChar char=""/>
        <a:defRPr sz="20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00063" y="214313"/>
            <a:ext cx="8072437" cy="1054447"/>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r>
              <a:rPr lang="en-IN" sz="3200" b="1" dirty="0" smtClean="0">
                <a:solidFill>
                  <a:schemeClr val="tx1"/>
                </a:solidFill>
                <a:latin typeface="Times New Roman" pitchFamily="18" charset="0"/>
                <a:cs typeface="Times New Roman" pitchFamily="18" charset="0"/>
              </a:rPr>
              <a:t>ARTIFICIAL INTELLIGENCE</a:t>
            </a:r>
            <a:endParaRPr lang="en-IN" sz="3200" b="1" dirty="0">
              <a:solidFill>
                <a:schemeClr val="tx1"/>
              </a:solidFill>
              <a:latin typeface="Times New Roman" pitchFamily="18" charset="0"/>
              <a:cs typeface="Times New Roman" pitchFamily="18" charset="0"/>
            </a:endParaRPr>
          </a:p>
        </p:txBody>
      </p:sp>
      <p:sp>
        <p:nvSpPr>
          <p:cNvPr id="10243" name="TextBox 2"/>
          <p:cNvSpPr txBox="1">
            <a:spLocks noChangeArrowheads="1"/>
          </p:cNvSpPr>
          <p:nvPr/>
        </p:nvSpPr>
        <p:spPr bwMode="auto">
          <a:xfrm>
            <a:off x="1643042" y="2285992"/>
            <a:ext cx="7286655" cy="1815882"/>
          </a:xfrm>
          <a:prstGeom prst="rect">
            <a:avLst/>
          </a:prstGeom>
          <a:noFill/>
          <a:ln w="9525">
            <a:noFill/>
            <a:miter lim="800000"/>
            <a:headEnd/>
            <a:tailEnd/>
          </a:ln>
        </p:spPr>
        <p:txBody>
          <a:bodyPr wrap="square">
            <a:spAutoFit/>
          </a:bodyPr>
          <a:lstStyle/>
          <a:p>
            <a:r>
              <a:rPr lang="en-IN" sz="2800" dirty="0">
                <a:latin typeface="Times New Roman" pitchFamily="18" charset="0"/>
                <a:cs typeface="Times New Roman" pitchFamily="18" charset="0"/>
              </a:rPr>
              <a:t>                                                        </a:t>
            </a:r>
          </a:p>
          <a:p>
            <a:r>
              <a:rPr lang="en-IN" sz="2800" dirty="0">
                <a:latin typeface="Times New Roman" pitchFamily="18" charset="0"/>
                <a:cs typeface="Times New Roman" pitchFamily="18" charset="0"/>
              </a:rPr>
              <a:t>                                                     </a:t>
            </a:r>
            <a:endParaRPr lang="en-IN" sz="2800" dirty="0" smtClean="0">
              <a:latin typeface="Times New Roman" pitchFamily="18" charset="0"/>
              <a:cs typeface="Times New Roman" pitchFamily="18" charset="0"/>
            </a:endParaRPr>
          </a:p>
          <a:p>
            <a:r>
              <a:rPr lang="en-IN" sz="2800" dirty="0" smtClean="0">
                <a:latin typeface="Times New Roman" pitchFamily="18" charset="0"/>
                <a:cs typeface="Times New Roman" pitchFamily="18" charset="0"/>
              </a:rPr>
              <a:t>                                                        Presented By</a:t>
            </a:r>
            <a:r>
              <a:rPr lang="en-IN" sz="2800" b="1" dirty="0" smtClean="0">
                <a:latin typeface="Times New Roman" pitchFamily="18" charset="0"/>
                <a:cs typeface="Times New Roman" pitchFamily="18" charset="0"/>
              </a:rPr>
              <a:t>                                                   </a:t>
            </a:r>
            <a:endParaRPr lang="en-IN" sz="2800" b="1" dirty="0">
              <a:latin typeface="Times New Roman" pitchFamily="18" charset="0"/>
              <a:cs typeface="Times New Roman" pitchFamily="18" charset="0"/>
            </a:endParaRPr>
          </a:p>
          <a:p>
            <a:r>
              <a:rPr lang="en-IN" sz="2800" b="1" dirty="0">
                <a:latin typeface="Times New Roman" pitchFamily="18" charset="0"/>
                <a:cs typeface="Times New Roman" pitchFamily="18" charset="0"/>
              </a:rPr>
              <a:t>                                                          </a:t>
            </a:r>
          </a:p>
        </p:txBody>
      </p:sp>
      <p:sp>
        <p:nvSpPr>
          <p:cNvPr id="6" name="Rounded Rectangle 5"/>
          <p:cNvSpPr/>
          <p:nvPr/>
        </p:nvSpPr>
        <p:spPr>
          <a:xfrm>
            <a:off x="0" y="3929066"/>
            <a:ext cx="9144000" cy="2714644"/>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IN" sz="2000" b="1" dirty="0">
              <a:solidFill>
                <a:schemeClr val="tx1"/>
              </a:solidFill>
              <a:latin typeface="Times New Roman" pitchFamily="18" charset="0"/>
              <a:cs typeface="Times New Roman" pitchFamily="18" charset="0"/>
            </a:endParaRPr>
          </a:p>
        </p:txBody>
      </p:sp>
      <p:sp>
        <p:nvSpPr>
          <p:cNvPr id="7" name="Rectangle 6"/>
          <p:cNvSpPr/>
          <p:nvPr/>
        </p:nvSpPr>
        <p:spPr>
          <a:xfrm>
            <a:off x="714348" y="1285860"/>
            <a:ext cx="7143800" cy="369332"/>
          </a:xfrm>
          <a:prstGeom prst="rect">
            <a:avLst/>
          </a:prstGeom>
        </p:spPr>
        <p:txBody>
          <a:bodyPr wrap="square">
            <a:spAutoFit/>
          </a:bodyPr>
          <a:lstStyle/>
          <a:p>
            <a:r>
              <a:rPr lang="en-US" dirty="0"/>
              <a:t>    </a:t>
            </a:r>
          </a:p>
        </p:txBody>
      </p:sp>
      <p:sp>
        <p:nvSpPr>
          <p:cNvPr id="10" name="TextBox 9"/>
          <p:cNvSpPr txBox="1"/>
          <p:nvPr/>
        </p:nvSpPr>
        <p:spPr>
          <a:xfrm>
            <a:off x="428596" y="4141967"/>
            <a:ext cx="8440131" cy="2215991"/>
          </a:xfrm>
          <a:prstGeom prst="rect">
            <a:avLst/>
          </a:prstGeom>
          <a:noFill/>
        </p:spPr>
        <p:txBody>
          <a:bodyPr wrap="none" rtlCol="0">
            <a:spAutoFit/>
          </a:bodyPr>
          <a:lstStyle/>
          <a:p>
            <a:r>
              <a:rPr lang="en-US" sz="2400" dirty="0" smtClean="0">
                <a:latin typeface="Arial" pitchFamily="34" charset="0"/>
                <a:cs typeface="Arial" pitchFamily="34" charset="0"/>
              </a:rPr>
              <a:t>                                                             Dr. KSHITIJ TRIPATHI</a:t>
            </a:r>
          </a:p>
          <a:p>
            <a:r>
              <a:rPr lang="en-US" sz="2400" dirty="0" smtClean="0">
                <a:latin typeface="Arial" pitchFamily="34" charset="0"/>
                <a:cs typeface="Arial" pitchFamily="34" charset="0"/>
              </a:rPr>
              <a:t>                                                                 Assistant Professor</a:t>
            </a:r>
          </a:p>
          <a:p>
            <a:r>
              <a:rPr lang="en-US" sz="2400" dirty="0" smtClean="0">
                <a:latin typeface="Arial" pitchFamily="34" charset="0"/>
                <a:cs typeface="Arial" pitchFamily="34" charset="0"/>
              </a:rPr>
              <a:t>                                        B.Sc. (Maths), M.Sc, MCA, C-DAC</a:t>
            </a:r>
          </a:p>
          <a:p>
            <a:r>
              <a:rPr lang="en-US" sz="2400" dirty="0" smtClean="0">
                <a:latin typeface="Arial" pitchFamily="34" charset="0"/>
                <a:cs typeface="Arial" pitchFamily="34" charset="0"/>
              </a:rPr>
              <a:t>PhD( Data </a:t>
            </a:r>
            <a:r>
              <a:rPr lang="en-US" sz="2400" dirty="0" err="1" smtClean="0">
                <a:latin typeface="Arial" pitchFamily="34" charset="0"/>
                <a:cs typeface="Arial" pitchFamily="34" charset="0"/>
              </a:rPr>
              <a:t>Science+Artificial</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Intelligence+Machine</a:t>
            </a:r>
            <a:r>
              <a:rPr lang="en-US" sz="2400" dirty="0" smtClean="0">
                <a:latin typeface="Arial" pitchFamily="34" charset="0"/>
                <a:cs typeface="Arial" pitchFamily="34" charset="0"/>
              </a:rPr>
              <a:t> Learning)</a:t>
            </a:r>
          </a:p>
          <a:p>
            <a:r>
              <a:rPr lang="en-US" sz="2400" dirty="0" smtClean="0">
                <a:latin typeface="Arial" pitchFamily="34" charset="0"/>
                <a:cs typeface="Arial" pitchFamily="34" charset="0"/>
              </a:rPr>
              <a:t>                                      UGC SLET (COMPUTER SCIENCE)</a:t>
            </a:r>
          </a:p>
          <a:p>
            <a:endParaRPr lang="en-US" dirty="0"/>
          </a:p>
        </p:txBody>
      </p:sp>
    </p:spTree>
  </p:cSld>
  <p:clrMapOvr>
    <a:masterClrMapping/>
  </p:clrMapOvr>
  <p:transition spd="slow">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0" y="0"/>
            <a:ext cx="9144000" cy="6686600"/>
          </a:xfrm>
          <a:prstGeom prst="roundRect">
            <a:avLst>
              <a:gd name="adj" fmla="val 22478"/>
            </a:avLst>
          </a:prstGeom>
        </p:spPr>
        <p:style>
          <a:lnRef idx="1">
            <a:schemeClr val="accent1"/>
          </a:lnRef>
          <a:fillRef idx="2">
            <a:schemeClr val="accent1"/>
          </a:fillRef>
          <a:effectRef idx="1">
            <a:schemeClr val="accent1"/>
          </a:effectRef>
          <a:fontRef idx="minor">
            <a:schemeClr val="dk1"/>
          </a:fontRef>
        </p:style>
        <p:txBody>
          <a:bodyPr/>
          <a:lstStyle/>
          <a:p>
            <a:pPr marL="180000" indent="-342900" fontAlgn="auto">
              <a:lnSpc>
                <a:spcPts val="1300"/>
              </a:lnSpc>
              <a:spcBef>
                <a:spcPts val="0"/>
              </a:spcBef>
              <a:spcAft>
                <a:spcPts val="0"/>
              </a:spcAft>
              <a:buClr>
                <a:schemeClr val="bg2">
                  <a:lumMod val="75000"/>
                </a:schemeClr>
              </a:buClr>
              <a:defRPr/>
            </a:pPr>
            <a:endParaRPr lang="en-IN" sz="1600" b="1" dirty="0">
              <a:solidFill>
                <a:schemeClr val="tx1"/>
              </a:solidFill>
              <a:latin typeface="Times New Roman" pitchFamily="18" charset="0"/>
              <a:cs typeface="Times New Roman" pitchFamily="18" charset="0"/>
            </a:endParaRPr>
          </a:p>
          <a:p>
            <a:pPr marL="342900" indent="-342900" algn="ctr" fontAlgn="auto">
              <a:spcBef>
                <a:spcPts val="0"/>
              </a:spcBef>
              <a:spcAft>
                <a:spcPts val="0"/>
              </a:spcAft>
              <a:buClr>
                <a:schemeClr val="bg2">
                  <a:lumMod val="75000"/>
                </a:schemeClr>
              </a:buClr>
              <a:buFont typeface="Wingdings" pitchFamily="2" charset="2"/>
              <a:buChar char="Ø"/>
              <a:defRPr/>
            </a:pPr>
            <a:endParaRPr lang="en-IN" b="1" dirty="0">
              <a:latin typeface="Times New Roman" pitchFamily="18" charset="0"/>
              <a:cs typeface="Times New Roman" pitchFamily="18" charset="0"/>
            </a:endParaRPr>
          </a:p>
          <a:p>
            <a:pPr marL="342900" indent="-342900" algn="ctr" fontAlgn="auto">
              <a:spcBef>
                <a:spcPts val="0"/>
              </a:spcBef>
              <a:spcAft>
                <a:spcPts val="0"/>
              </a:spcAft>
              <a:buClr>
                <a:srgbClr val="FF0000"/>
              </a:buClr>
              <a:buFont typeface="Wingdings" pitchFamily="2" charset="2"/>
              <a:buChar char="q"/>
              <a:defRPr/>
            </a:pPr>
            <a:endParaRPr lang="en-IN" b="1" dirty="0">
              <a:latin typeface="Times New Roman" pitchFamily="18" charset="0"/>
              <a:cs typeface="Times New Roman" pitchFamily="18" charset="0"/>
            </a:endParaRPr>
          </a:p>
        </p:txBody>
      </p:sp>
      <p:sp>
        <p:nvSpPr>
          <p:cNvPr id="3" name="TextBox 2"/>
          <p:cNvSpPr txBox="1"/>
          <p:nvPr/>
        </p:nvSpPr>
        <p:spPr>
          <a:xfrm>
            <a:off x="1500166" y="785794"/>
            <a:ext cx="6242543" cy="4801314"/>
          </a:xfrm>
          <a:prstGeom prst="rect">
            <a:avLst/>
          </a:prstGeom>
          <a:noFill/>
        </p:spPr>
        <p:txBody>
          <a:bodyPr wrap="none" rtlCol="0">
            <a:spAutoFit/>
          </a:bodyPr>
          <a:lstStyle/>
          <a:p>
            <a:r>
              <a:rPr lang="en-US" dirty="0" smtClean="0"/>
              <a:t>LOGIC </a:t>
            </a:r>
            <a:r>
              <a:rPr lang="en-US" dirty="0" smtClean="0"/>
              <a:t>&amp; KNOWLEDGE  </a:t>
            </a:r>
            <a:r>
              <a:rPr lang="en-US" dirty="0" smtClean="0"/>
              <a:t>BY MACHINE</a:t>
            </a:r>
          </a:p>
          <a:p>
            <a:endParaRPr lang="en-US" dirty="0" smtClean="0"/>
          </a:p>
          <a:p>
            <a:r>
              <a:rPr lang="en-US" dirty="0" smtClean="0"/>
              <a:t>VISION</a:t>
            </a:r>
          </a:p>
          <a:p>
            <a:r>
              <a:rPr lang="en-US" dirty="0" smtClean="0"/>
              <a:t>SPEECH</a:t>
            </a:r>
          </a:p>
          <a:p>
            <a:r>
              <a:rPr lang="en-US" dirty="0" smtClean="0"/>
              <a:t>HEAR</a:t>
            </a:r>
          </a:p>
          <a:p>
            <a:endParaRPr lang="en-US" dirty="0" smtClean="0"/>
          </a:p>
          <a:p>
            <a:endParaRPr lang="en-US" dirty="0" smtClean="0"/>
          </a:p>
          <a:p>
            <a:r>
              <a:rPr lang="en-US" dirty="0" smtClean="0"/>
              <a:t>PROCESS CPU -IT HAS BRAIN</a:t>
            </a:r>
          </a:p>
          <a:p>
            <a:endParaRPr lang="en-US" dirty="0" smtClean="0"/>
          </a:p>
          <a:p>
            <a:r>
              <a:rPr lang="en-US" dirty="0" smtClean="0"/>
              <a:t>PROGRAM</a:t>
            </a:r>
          </a:p>
          <a:p>
            <a:endParaRPr lang="en-US" dirty="0" smtClean="0"/>
          </a:p>
          <a:p>
            <a:r>
              <a:rPr lang="en-US" dirty="0" smtClean="0"/>
              <a:t>WITHOUT DATA PROGRAM </a:t>
            </a:r>
            <a:r>
              <a:rPr lang="en-US" dirty="0" smtClean="0"/>
              <a:t> </a:t>
            </a:r>
            <a:r>
              <a:rPr lang="en-US" dirty="0" smtClean="0"/>
              <a:t>HAS</a:t>
            </a:r>
            <a:r>
              <a:rPr lang="en-US" dirty="0" smtClean="0"/>
              <a:t> </a:t>
            </a:r>
            <a:r>
              <a:rPr lang="en-US" dirty="0" smtClean="0"/>
              <a:t>NO MEANING</a:t>
            </a:r>
          </a:p>
          <a:p>
            <a:endParaRPr lang="en-US" dirty="0" smtClean="0"/>
          </a:p>
          <a:p>
            <a:r>
              <a:rPr lang="en-US" dirty="0" smtClean="0"/>
              <a:t>IN SUMMARY IT IS ALL ABOUT DATA AND ALGORITHMS</a:t>
            </a:r>
          </a:p>
          <a:p>
            <a:endParaRPr lang="en-US" dirty="0" smtClean="0"/>
          </a:p>
          <a:p>
            <a:r>
              <a:rPr lang="en-US" dirty="0" smtClean="0"/>
              <a:t>KEY ROLE IS PLAYED BY MATHEMATICS</a:t>
            </a:r>
          </a:p>
          <a:p>
            <a:endParaRPr lang="en-US" dirty="0"/>
          </a:p>
        </p:txBody>
      </p:sp>
    </p:spTree>
  </p:cSld>
  <p:clrMapOvr>
    <a:masterClrMapping/>
  </p:clrMapOvr>
  <p:transition spd="slow">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107504" y="188640"/>
            <a:ext cx="8856984" cy="6480720"/>
          </a:xfrm>
          <a:prstGeom prst="roundRect">
            <a:avLst>
              <a:gd name="adj" fmla="val 22478"/>
            </a:avLst>
          </a:prstGeom>
        </p:spPr>
        <p:style>
          <a:lnRef idx="1">
            <a:schemeClr val="accent1"/>
          </a:lnRef>
          <a:fillRef idx="2">
            <a:schemeClr val="accent1"/>
          </a:fillRef>
          <a:effectRef idx="1">
            <a:schemeClr val="accent1"/>
          </a:effectRef>
          <a:fontRef idx="minor">
            <a:schemeClr val="dk1"/>
          </a:fontRef>
        </p:style>
        <p:txBody>
          <a:bodyPr/>
          <a:lstStyle/>
          <a:p>
            <a:pPr marL="342900" indent="-342900" fontAlgn="auto">
              <a:spcBef>
                <a:spcPts val="0"/>
              </a:spcBef>
              <a:spcAft>
                <a:spcPts val="0"/>
              </a:spcAft>
              <a:buClr>
                <a:schemeClr val="bg2">
                  <a:lumMod val="75000"/>
                </a:schemeClr>
              </a:buClr>
              <a:defRPr/>
            </a:pPr>
            <a:endParaRPr lang="en-IN" b="1" dirty="0">
              <a:latin typeface="Times New Roman" pitchFamily="18" charset="0"/>
              <a:cs typeface="Times New Roman" pitchFamily="18" charset="0"/>
            </a:endParaRPr>
          </a:p>
          <a:p>
            <a:pPr marL="180000" indent="-342900" fontAlgn="auto">
              <a:spcBef>
                <a:spcPts val="0"/>
              </a:spcBef>
              <a:spcAft>
                <a:spcPts val="0"/>
              </a:spcAft>
              <a:buClr>
                <a:schemeClr val="bg2">
                  <a:lumMod val="75000"/>
                </a:schemeClr>
              </a:buClr>
              <a:defRPr/>
            </a:pPr>
            <a:endParaRPr lang="en-IN" b="1" dirty="0">
              <a:solidFill>
                <a:schemeClr val="tx1"/>
              </a:solidFill>
              <a:latin typeface="Times New Roman" pitchFamily="18" charset="0"/>
              <a:cs typeface="Times New Roman" pitchFamily="18" charset="0"/>
            </a:endParaRPr>
          </a:p>
          <a:p>
            <a:pPr marL="180000" indent="-342900" fontAlgn="auto">
              <a:spcBef>
                <a:spcPts val="0"/>
              </a:spcBef>
              <a:spcAft>
                <a:spcPts val="0"/>
              </a:spcAft>
              <a:buClr>
                <a:schemeClr val="bg2">
                  <a:lumMod val="75000"/>
                </a:schemeClr>
              </a:buClr>
              <a:defRPr/>
            </a:pPr>
            <a:r>
              <a:rPr lang="en-IN" b="1" dirty="0">
                <a:solidFill>
                  <a:schemeClr val="tx1"/>
                </a:solidFill>
                <a:latin typeface="Times New Roman" pitchFamily="18" charset="0"/>
                <a:cs typeface="Times New Roman" pitchFamily="18" charset="0"/>
              </a:rPr>
              <a:t>                                                 </a:t>
            </a:r>
            <a:endParaRPr lang="en-IN" b="1" dirty="0">
              <a:latin typeface="Times New Roman" pitchFamily="18" charset="0"/>
              <a:cs typeface="Times New Roman" pitchFamily="18" charset="0"/>
            </a:endParaRPr>
          </a:p>
        </p:txBody>
      </p:sp>
      <p:pic>
        <p:nvPicPr>
          <p:cNvPr id="3" name="Picture 2" descr="AI.PNG"/>
          <p:cNvPicPr>
            <a:picLocks noChangeAspect="1"/>
          </p:cNvPicPr>
          <p:nvPr/>
        </p:nvPicPr>
        <p:blipFill>
          <a:blip r:embed="rId2" cstate="print"/>
          <a:stretch>
            <a:fillRect/>
          </a:stretch>
        </p:blipFill>
        <p:spPr>
          <a:xfrm>
            <a:off x="2555776" y="404664"/>
            <a:ext cx="3384376" cy="2808312"/>
          </a:xfrm>
          <a:prstGeom prst="rect">
            <a:avLst/>
          </a:prstGeom>
        </p:spPr>
      </p:pic>
      <p:pic>
        <p:nvPicPr>
          <p:cNvPr id="4" name="Picture 3" descr="ML2.PNG"/>
          <p:cNvPicPr>
            <a:picLocks noChangeAspect="1"/>
          </p:cNvPicPr>
          <p:nvPr/>
        </p:nvPicPr>
        <p:blipFill>
          <a:blip r:embed="rId3" cstate="print"/>
          <a:stretch>
            <a:fillRect/>
          </a:stretch>
        </p:blipFill>
        <p:spPr>
          <a:xfrm>
            <a:off x="1187624" y="3356992"/>
            <a:ext cx="6768752" cy="3024336"/>
          </a:xfrm>
          <a:prstGeom prst="rect">
            <a:avLst/>
          </a:prstGeom>
        </p:spPr>
      </p:pic>
    </p:spTree>
  </p:cSld>
  <p:clrMapOvr>
    <a:masterClrMapping/>
  </p:clrMapOvr>
  <p:transition spd="slow">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107504" y="188640"/>
            <a:ext cx="8856984" cy="6480720"/>
          </a:xfrm>
          <a:prstGeom prst="roundRect">
            <a:avLst>
              <a:gd name="adj" fmla="val 22478"/>
            </a:avLst>
          </a:prstGeom>
        </p:spPr>
        <p:style>
          <a:lnRef idx="1">
            <a:schemeClr val="accent1"/>
          </a:lnRef>
          <a:fillRef idx="2">
            <a:schemeClr val="accent1"/>
          </a:fillRef>
          <a:effectRef idx="1">
            <a:schemeClr val="accent1"/>
          </a:effectRef>
          <a:fontRef idx="minor">
            <a:schemeClr val="dk1"/>
          </a:fontRef>
        </p:style>
        <p:txBody>
          <a:bodyPr/>
          <a:lstStyle/>
          <a:p>
            <a:pPr marL="342900" indent="-342900" fontAlgn="auto">
              <a:spcBef>
                <a:spcPts val="0"/>
              </a:spcBef>
              <a:spcAft>
                <a:spcPts val="0"/>
              </a:spcAft>
              <a:buClr>
                <a:schemeClr val="bg2">
                  <a:lumMod val="75000"/>
                </a:schemeClr>
              </a:buClr>
              <a:defRPr/>
            </a:pPr>
            <a:endParaRPr lang="en-IN" b="1" dirty="0">
              <a:latin typeface="Times New Roman" pitchFamily="18" charset="0"/>
              <a:cs typeface="Times New Roman" pitchFamily="18" charset="0"/>
            </a:endParaRPr>
          </a:p>
          <a:p>
            <a:pPr marL="180000" indent="-342900" fontAlgn="auto">
              <a:spcBef>
                <a:spcPts val="0"/>
              </a:spcBef>
              <a:spcAft>
                <a:spcPts val="0"/>
              </a:spcAft>
              <a:buClr>
                <a:schemeClr val="bg2">
                  <a:lumMod val="75000"/>
                </a:schemeClr>
              </a:buClr>
              <a:defRPr/>
            </a:pPr>
            <a:endParaRPr lang="en-IN" b="1" dirty="0">
              <a:solidFill>
                <a:schemeClr val="tx1"/>
              </a:solidFill>
              <a:latin typeface="Times New Roman" pitchFamily="18" charset="0"/>
              <a:cs typeface="Times New Roman" pitchFamily="18" charset="0"/>
            </a:endParaRPr>
          </a:p>
          <a:p>
            <a:pPr marL="180000" indent="-342900" fontAlgn="auto">
              <a:spcBef>
                <a:spcPts val="0"/>
              </a:spcBef>
              <a:spcAft>
                <a:spcPts val="0"/>
              </a:spcAft>
              <a:buClr>
                <a:schemeClr val="bg2">
                  <a:lumMod val="75000"/>
                </a:schemeClr>
              </a:buClr>
              <a:defRPr/>
            </a:pPr>
            <a:r>
              <a:rPr lang="en-IN" b="1" dirty="0">
                <a:solidFill>
                  <a:schemeClr val="tx1"/>
                </a:solidFill>
                <a:latin typeface="Times New Roman" pitchFamily="18" charset="0"/>
                <a:cs typeface="Times New Roman" pitchFamily="18" charset="0"/>
              </a:rPr>
              <a:t>                                                 </a:t>
            </a:r>
            <a:endParaRPr lang="en-IN" b="1" dirty="0">
              <a:latin typeface="Times New Roman" pitchFamily="18" charset="0"/>
              <a:cs typeface="Times New Roman" pitchFamily="18" charset="0"/>
            </a:endParaRPr>
          </a:p>
        </p:txBody>
      </p:sp>
      <p:pic>
        <p:nvPicPr>
          <p:cNvPr id="5" name="Picture 4" descr="SUPUNSUP.PNG"/>
          <p:cNvPicPr>
            <a:picLocks noChangeAspect="1"/>
          </p:cNvPicPr>
          <p:nvPr/>
        </p:nvPicPr>
        <p:blipFill>
          <a:blip r:embed="rId2" cstate="print"/>
          <a:stretch>
            <a:fillRect/>
          </a:stretch>
        </p:blipFill>
        <p:spPr>
          <a:xfrm>
            <a:off x="1115616" y="980728"/>
            <a:ext cx="6912768" cy="4320480"/>
          </a:xfrm>
          <a:prstGeom prst="rect">
            <a:avLst/>
          </a:prstGeom>
        </p:spPr>
      </p:pic>
    </p:spTree>
  </p:cSld>
  <p:clrMapOvr>
    <a:masterClrMapping/>
  </p:clrMapOvr>
  <p:transition spd="slow">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107504" y="188640"/>
            <a:ext cx="8856984" cy="6480720"/>
          </a:xfrm>
          <a:prstGeom prst="roundRect">
            <a:avLst>
              <a:gd name="adj" fmla="val 22478"/>
            </a:avLst>
          </a:prstGeom>
        </p:spPr>
        <p:style>
          <a:lnRef idx="1">
            <a:schemeClr val="accent1"/>
          </a:lnRef>
          <a:fillRef idx="2">
            <a:schemeClr val="accent1"/>
          </a:fillRef>
          <a:effectRef idx="1">
            <a:schemeClr val="accent1"/>
          </a:effectRef>
          <a:fontRef idx="minor">
            <a:schemeClr val="dk1"/>
          </a:fontRef>
        </p:style>
        <p:txBody>
          <a:bodyPr/>
          <a:lstStyle/>
          <a:p>
            <a:pPr marL="342900" indent="-342900" fontAlgn="auto">
              <a:spcBef>
                <a:spcPts val="0"/>
              </a:spcBef>
              <a:spcAft>
                <a:spcPts val="0"/>
              </a:spcAft>
              <a:buClr>
                <a:schemeClr val="bg2">
                  <a:lumMod val="75000"/>
                </a:schemeClr>
              </a:buClr>
              <a:defRPr/>
            </a:pPr>
            <a:endParaRPr lang="en-IN" b="1" dirty="0">
              <a:latin typeface="Times New Roman" pitchFamily="18" charset="0"/>
              <a:cs typeface="Times New Roman" pitchFamily="18" charset="0"/>
            </a:endParaRPr>
          </a:p>
          <a:p>
            <a:pPr marL="180000" indent="-342900" fontAlgn="auto">
              <a:spcBef>
                <a:spcPts val="0"/>
              </a:spcBef>
              <a:spcAft>
                <a:spcPts val="0"/>
              </a:spcAft>
              <a:buClr>
                <a:schemeClr val="bg2">
                  <a:lumMod val="75000"/>
                </a:schemeClr>
              </a:buClr>
              <a:defRPr/>
            </a:pPr>
            <a:endParaRPr lang="en-IN" b="1" dirty="0">
              <a:solidFill>
                <a:schemeClr val="tx1"/>
              </a:solidFill>
              <a:latin typeface="Times New Roman" pitchFamily="18" charset="0"/>
              <a:cs typeface="Times New Roman" pitchFamily="18" charset="0"/>
            </a:endParaRPr>
          </a:p>
          <a:p>
            <a:pPr marL="180000" indent="-342900" fontAlgn="auto">
              <a:spcBef>
                <a:spcPts val="0"/>
              </a:spcBef>
              <a:spcAft>
                <a:spcPts val="0"/>
              </a:spcAft>
              <a:buClr>
                <a:schemeClr val="bg2">
                  <a:lumMod val="75000"/>
                </a:schemeClr>
              </a:buClr>
              <a:defRPr/>
            </a:pPr>
            <a:r>
              <a:rPr lang="en-IN" b="1" dirty="0">
                <a:solidFill>
                  <a:schemeClr val="tx1"/>
                </a:solidFill>
                <a:latin typeface="Times New Roman" pitchFamily="18" charset="0"/>
                <a:cs typeface="Times New Roman" pitchFamily="18" charset="0"/>
              </a:rPr>
              <a:t>                                                 </a:t>
            </a:r>
            <a:endParaRPr lang="en-IN" b="1" dirty="0">
              <a:latin typeface="Times New Roman" pitchFamily="18" charset="0"/>
              <a:cs typeface="Times New Roman" pitchFamily="18" charset="0"/>
            </a:endParaRPr>
          </a:p>
        </p:txBody>
      </p:sp>
      <p:pic>
        <p:nvPicPr>
          <p:cNvPr id="4" name="Picture 3" descr="superv.PNG"/>
          <p:cNvPicPr>
            <a:picLocks noChangeAspect="1"/>
          </p:cNvPicPr>
          <p:nvPr/>
        </p:nvPicPr>
        <p:blipFill>
          <a:blip r:embed="rId2" cstate="print"/>
          <a:stretch>
            <a:fillRect/>
          </a:stretch>
        </p:blipFill>
        <p:spPr>
          <a:xfrm>
            <a:off x="827584" y="692696"/>
            <a:ext cx="7344816" cy="5544616"/>
          </a:xfrm>
          <a:prstGeom prst="rect">
            <a:avLst/>
          </a:prstGeom>
        </p:spPr>
      </p:pic>
    </p:spTree>
  </p:cSld>
  <p:clrMapOvr>
    <a:masterClrMapping/>
  </p:clrMapOvr>
  <p:transition spd="slow">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107504" y="188640"/>
            <a:ext cx="8856984" cy="6480720"/>
          </a:xfrm>
          <a:prstGeom prst="roundRect">
            <a:avLst>
              <a:gd name="adj" fmla="val 22478"/>
            </a:avLst>
          </a:prstGeom>
        </p:spPr>
        <p:style>
          <a:lnRef idx="1">
            <a:schemeClr val="accent1"/>
          </a:lnRef>
          <a:fillRef idx="2">
            <a:schemeClr val="accent1"/>
          </a:fillRef>
          <a:effectRef idx="1">
            <a:schemeClr val="accent1"/>
          </a:effectRef>
          <a:fontRef idx="minor">
            <a:schemeClr val="dk1"/>
          </a:fontRef>
        </p:style>
        <p:txBody>
          <a:bodyPr/>
          <a:lstStyle/>
          <a:p>
            <a:pPr marL="342900" indent="-342900" fontAlgn="auto">
              <a:spcBef>
                <a:spcPts val="0"/>
              </a:spcBef>
              <a:spcAft>
                <a:spcPts val="0"/>
              </a:spcAft>
              <a:buClr>
                <a:schemeClr val="bg2">
                  <a:lumMod val="75000"/>
                </a:schemeClr>
              </a:buClr>
              <a:defRPr/>
            </a:pPr>
            <a:endParaRPr lang="en-IN" b="1" dirty="0">
              <a:latin typeface="Times New Roman" pitchFamily="18" charset="0"/>
              <a:cs typeface="Times New Roman" pitchFamily="18" charset="0"/>
            </a:endParaRPr>
          </a:p>
          <a:p>
            <a:pPr marL="180000" indent="-342900" fontAlgn="auto">
              <a:spcBef>
                <a:spcPts val="0"/>
              </a:spcBef>
              <a:spcAft>
                <a:spcPts val="0"/>
              </a:spcAft>
              <a:buClr>
                <a:schemeClr val="bg2">
                  <a:lumMod val="75000"/>
                </a:schemeClr>
              </a:buClr>
              <a:defRPr/>
            </a:pPr>
            <a:endParaRPr lang="en-IN" b="1" dirty="0">
              <a:solidFill>
                <a:schemeClr val="tx1"/>
              </a:solidFill>
              <a:latin typeface="Times New Roman" pitchFamily="18" charset="0"/>
              <a:cs typeface="Times New Roman" pitchFamily="18" charset="0"/>
            </a:endParaRPr>
          </a:p>
          <a:p>
            <a:pPr marL="180000" indent="-342900" fontAlgn="auto">
              <a:spcBef>
                <a:spcPts val="0"/>
              </a:spcBef>
              <a:spcAft>
                <a:spcPts val="0"/>
              </a:spcAft>
              <a:buClr>
                <a:schemeClr val="bg2">
                  <a:lumMod val="75000"/>
                </a:schemeClr>
              </a:buClr>
              <a:defRPr/>
            </a:pPr>
            <a:r>
              <a:rPr lang="en-IN" b="1" dirty="0">
                <a:solidFill>
                  <a:schemeClr val="tx1"/>
                </a:solidFill>
                <a:latin typeface="Times New Roman" pitchFamily="18" charset="0"/>
                <a:cs typeface="Times New Roman" pitchFamily="18" charset="0"/>
              </a:rPr>
              <a:t>                                                 </a:t>
            </a:r>
            <a:endParaRPr lang="en-IN" b="1" dirty="0">
              <a:latin typeface="Times New Roman" pitchFamily="18" charset="0"/>
              <a:cs typeface="Times New Roman" pitchFamily="18" charset="0"/>
            </a:endParaRPr>
          </a:p>
        </p:txBody>
      </p:sp>
      <p:pic>
        <p:nvPicPr>
          <p:cNvPr id="5" name="Picture 4" descr="unsuprv.PNG"/>
          <p:cNvPicPr>
            <a:picLocks noChangeAspect="1"/>
          </p:cNvPicPr>
          <p:nvPr/>
        </p:nvPicPr>
        <p:blipFill>
          <a:blip r:embed="rId2" cstate="print"/>
          <a:stretch>
            <a:fillRect/>
          </a:stretch>
        </p:blipFill>
        <p:spPr>
          <a:xfrm>
            <a:off x="683568" y="1196752"/>
            <a:ext cx="7416824" cy="4752528"/>
          </a:xfrm>
          <a:prstGeom prst="rect">
            <a:avLst/>
          </a:prstGeom>
        </p:spPr>
      </p:pic>
    </p:spTree>
  </p:cSld>
  <p:clrMapOvr>
    <a:masterClrMapping/>
  </p:clrMapOvr>
  <p:transition spd="slow">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107504" y="188640"/>
            <a:ext cx="8856984" cy="6480720"/>
          </a:xfrm>
          <a:prstGeom prst="roundRect">
            <a:avLst>
              <a:gd name="adj" fmla="val 22478"/>
            </a:avLst>
          </a:prstGeom>
        </p:spPr>
        <p:style>
          <a:lnRef idx="1">
            <a:schemeClr val="accent1"/>
          </a:lnRef>
          <a:fillRef idx="2">
            <a:schemeClr val="accent1"/>
          </a:fillRef>
          <a:effectRef idx="1">
            <a:schemeClr val="accent1"/>
          </a:effectRef>
          <a:fontRef idx="minor">
            <a:schemeClr val="dk1"/>
          </a:fontRef>
        </p:style>
        <p:txBody>
          <a:bodyPr/>
          <a:lstStyle/>
          <a:p>
            <a:pPr marL="342900" indent="-342900" fontAlgn="auto">
              <a:spcBef>
                <a:spcPts val="0"/>
              </a:spcBef>
              <a:spcAft>
                <a:spcPts val="0"/>
              </a:spcAft>
              <a:buClr>
                <a:schemeClr val="bg2">
                  <a:lumMod val="75000"/>
                </a:schemeClr>
              </a:buClr>
              <a:defRPr/>
            </a:pPr>
            <a:endParaRPr lang="en-IN" b="1" dirty="0">
              <a:latin typeface="Times New Roman" pitchFamily="18" charset="0"/>
              <a:cs typeface="Times New Roman" pitchFamily="18" charset="0"/>
            </a:endParaRPr>
          </a:p>
          <a:p>
            <a:pPr marL="180000" indent="-342900" fontAlgn="auto">
              <a:spcBef>
                <a:spcPts val="0"/>
              </a:spcBef>
              <a:spcAft>
                <a:spcPts val="0"/>
              </a:spcAft>
              <a:buClr>
                <a:schemeClr val="bg2">
                  <a:lumMod val="75000"/>
                </a:schemeClr>
              </a:buClr>
              <a:defRPr/>
            </a:pPr>
            <a:endParaRPr lang="en-IN" b="1" dirty="0">
              <a:solidFill>
                <a:schemeClr val="tx1"/>
              </a:solidFill>
              <a:latin typeface="Times New Roman" pitchFamily="18" charset="0"/>
              <a:cs typeface="Times New Roman" pitchFamily="18" charset="0"/>
            </a:endParaRPr>
          </a:p>
          <a:p>
            <a:pPr marL="180000" indent="-342900" fontAlgn="auto">
              <a:spcBef>
                <a:spcPts val="0"/>
              </a:spcBef>
              <a:spcAft>
                <a:spcPts val="0"/>
              </a:spcAft>
              <a:buClr>
                <a:schemeClr val="bg2">
                  <a:lumMod val="75000"/>
                </a:schemeClr>
              </a:buClr>
              <a:defRPr/>
            </a:pPr>
            <a:r>
              <a:rPr lang="en-IN" b="1" dirty="0">
                <a:solidFill>
                  <a:schemeClr val="tx1"/>
                </a:solidFill>
                <a:latin typeface="Times New Roman" pitchFamily="18" charset="0"/>
                <a:cs typeface="Times New Roman" pitchFamily="18" charset="0"/>
              </a:rPr>
              <a:t>                                                 </a:t>
            </a:r>
            <a:endParaRPr lang="en-IN" b="1" dirty="0">
              <a:latin typeface="Times New Roman" pitchFamily="18" charset="0"/>
              <a:cs typeface="Times New Roman" pitchFamily="18" charset="0"/>
            </a:endParaRPr>
          </a:p>
        </p:txBody>
      </p:sp>
      <p:pic>
        <p:nvPicPr>
          <p:cNvPr id="5" name="Picture 4" descr="PICML.jpg"/>
          <p:cNvPicPr>
            <a:picLocks noChangeAspect="1"/>
          </p:cNvPicPr>
          <p:nvPr/>
        </p:nvPicPr>
        <p:blipFill>
          <a:blip r:embed="rId2" cstate="print"/>
          <a:stretch>
            <a:fillRect/>
          </a:stretch>
        </p:blipFill>
        <p:spPr>
          <a:xfrm>
            <a:off x="899592" y="476672"/>
            <a:ext cx="7272808" cy="5904656"/>
          </a:xfrm>
          <a:prstGeom prst="rect">
            <a:avLst/>
          </a:prstGeom>
        </p:spPr>
      </p:pic>
    </p:spTree>
  </p:cSld>
  <p:clrMapOvr>
    <a:masterClrMapping/>
  </p:clrMapOvr>
  <p:transition spd="slow">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107504" y="188640"/>
            <a:ext cx="8856984" cy="6480720"/>
          </a:xfrm>
          <a:prstGeom prst="roundRect">
            <a:avLst>
              <a:gd name="adj" fmla="val 22478"/>
            </a:avLst>
          </a:prstGeom>
        </p:spPr>
        <p:style>
          <a:lnRef idx="1">
            <a:schemeClr val="accent1"/>
          </a:lnRef>
          <a:fillRef idx="2">
            <a:schemeClr val="accent1"/>
          </a:fillRef>
          <a:effectRef idx="1">
            <a:schemeClr val="accent1"/>
          </a:effectRef>
          <a:fontRef idx="minor">
            <a:schemeClr val="dk1"/>
          </a:fontRef>
        </p:style>
        <p:txBody>
          <a:bodyPr/>
          <a:lstStyle/>
          <a:p>
            <a:pPr marL="180000" indent="-342900" fontAlgn="auto">
              <a:spcBef>
                <a:spcPts val="0"/>
              </a:spcBef>
              <a:spcAft>
                <a:spcPts val="0"/>
              </a:spcAft>
              <a:buClr>
                <a:schemeClr val="bg2">
                  <a:lumMod val="75000"/>
                </a:schemeClr>
              </a:buClr>
              <a:defRPr/>
            </a:pPr>
            <a:r>
              <a:rPr lang="en-IN" b="1" dirty="0">
                <a:latin typeface="Times New Roman" pitchFamily="18" charset="0"/>
                <a:cs typeface="Times New Roman" pitchFamily="18" charset="0"/>
              </a:rPr>
              <a:t> </a:t>
            </a:r>
            <a:r>
              <a:rPr lang="en-IN" b="1" dirty="0" smtClean="0">
                <a:latin typeface="Times New Roman" pitchFamily="18" charset="0"/>
                <a:cs typeface="Times New Roman" pitchFamily="18" charset="0"/>
              </a:rPr>
              <a:t>                       </a:t>
            </a:r>
            <a:r>
              <a:rPr lang="en-IN" b="1" dirty="0" smtClean="0">
                <a:solidFill>
                  <a:schemeClr val="tx1"/>
                </a:solidFill>
                <a:latin typeface="Times New Roman" pitchFamily="18" charset="0"/>
                <a:cs typeface="Times New Roman" pitchFamily="18" charset="0"/>
              </a:rPr>
              <a:t> ADVANTAGES OF MACHINE LEARNING</a:t>
            </a:r>
          </a:p>
          <a:p>
            <a:pPr marL="180000" indent="-342900" fontAlgn="auto">
              <a:spcBef>
                <a:spcPts val="0"/>
              </a:spcBef>
              <a:spcAft>
                <a:spcPts val="0"/>
              </a:spcAft>
              <a:buClr>
                <a:schemeClr val="bg2">
                  <a:lumMod val="75000"/>
                </a:schemeClr>
              </a:buClr>
              <a:defRPr/>
            </a:pPr>
            <a:endParaRPr lang="en-IN" b="1" dirty="0" smtClean="0">
              <a:solidFill>
                <a:schemeClr val="tx1"/>
              </a:solidFill>
              <a:latin typeface="Times New Roman" pitchFamily="18" charset="0"/>
              <a:cs typeface="Times New Roman" pitchFamily="18" charset="0"/>
            </a:endParaRPr>
          </a:p>
          <a:p>
            <a:pPr marL="180000" indent="-342900" fontAlgn="auto">
              <a:spcBef>
                <a:spcPts val="0"/>
              </a:spcBef>
              <a:spcAft>
                <a:spcPts val="0"/>
              </a:spcAft>
              <a:buClr>
                <a:srgbClr val="FF0000"/>
              </a:buClr>
              <a:buFont typeface="Wingdings" pitchFamily="2" charset="2"/>
              <a:buChar char="Ø"/>
              <a:defRPr/>
            </a:pPr>
            <a:r>
              <a:rPr lang="en-IN" b="1" dirty="0" smtClean="0">
                <a:solidFill>
                  <a:schemeClr val="tx1"/>
                </a:solidFill>
                <a:latin typeface="Times New Roman" pitchFamily="18" charset="0"/>
                <a:cs typeface="Times New Roman" pitchFamily="18" charset="0"/>
              </a:rPr>
              <a:t>WHOLE PROCESS IS AUTOMATED</a:t>
            </a:r>
          </a:p>
          <a:p>
            <a:pPr marL="180000" indent="-342900" fontAlgn="auto">
              <a:spcBef>
                <a:spcPts val="0"/>
              </a:spcBef>
              <a:spcAft>
                <a:spcPts val="0"/>
              </a:spcAft>
              <a:buClr>
                <a:srgbClr val="FF0000"/>
              </a:buClr>
              <a:buFont typeface="Wingdings" pitchFamily="2" charset="2"/>
              <a:buChar char="Ø"/>
              <a:defRPr/>
            </a:pPr>
            <a:r>
              <a:rPr lang="en-IN" b="1" dirty="0" smtClean="0">
                <a:solidFill>
                  <a:schemeClr val="tx1"/>
                </a:solidFill>
                <a:latin typeface="Times New Roman" pitchFamily="18" charset="0"/>
                <a:cs typeface="Times New Roman" pitchFamily="18" charset="0"/>
              </a:rPr>
              <a:t>PROCESS SMALL AND LARGE DATA  ADEQUATELY</a:t>
            </a:r>
          </a:p>
          <a:p>
            <a:pPr marL="180000" indent="-342900" fontAlgn="auto">
              <a:spcBef>
                <a:spcPts val="0"/>
              </a:spcBef>
              <a:spcAft>
                <a:spcPts val="0"/>
              </a:spcAft>
              <a:buClr>
                <a:srgbClr val="FF0000"/>
              </a:buClr>
              <a:buFont typeface="Wingdings" pitchFamily="2" charset="2"/>
              <a:buChar char="Ø"/>
              <a:defRPr/>
            </a:pPr>
            <a:r>
              <a:rPr lang="en-IN" b="1" dirty="0" smtClean="0">
                <a:solidFill>
                  <a:schemeClr val="tx1"/>
                </a:solidFill>
                <a:latin typeface="Times New Roman" pitchFamily="18" charset="0"/>
                <a:cs typeface="Times New Roman" pitchFamily="18" charset="0"/>
              </a:rPr>
              <a:t>HANDLES A VARIETY OF DATA</a:t>
            </a:r>
          </a:p>
          <a:p>
            <a:pPr marL="354013" indent="-354013" fontAlgn="auto">
              <a:spcBef>
                <a:spcPts val="0"/>
              </a:spcBef>
              <a:spcAft>
                <a:spcPts val="0"/>
              </a:spcAft>
              <a:buClr>
                <a:srgbClr val="FF0000"/>
              </a:buClr>
              <a:buFont typeface="Wingdings" pitchFamily="2" charset="2"/>
              <a:buChar char="Ø"/>
              <a:tabLst>
                <a:tab pos="354013" algn="l"/>
              </a:tabLst>
              <a:defRPr/>
            </a:pPr>
            <a:r>
              <a:rPr lang="en-IN" b="1" dirty="0" smtClean="0">
                <a:solidFill>
                  <a:schemeClr val="tx1"/>
                </a:solidFill>
                <a:latin typeface="Times New Roman" pitchFamily="18" charset="0"/>
                <a:cs typeface="Times New Roman" pitchFamily="18" charset="0"/>
              </a:rPr>
              <a:t>IDENTIFY THE DATA PATTERNS (SUPERVISED AND      UNSUPERVISED)</a:t>
            </a:r>
          </a:p>
          <a:p>
            <a:pPr marL="180000" indent="-342900" fontAlgn="auto">
              <a:spcBef>
                <a:spcPts val="0"/>
              </a:spcBef>
              <a:spcAft>
                <a:spcPts val="0"/>
              </a:spcAft>
              <a:buClr>
                <a:srgbClr val="FF0000"/>
              </a:buClr>
              <a:buFont typeface="Wingdings" pitchFamily="2" charset="2"/>
              <a:buChar char="Ø"/>
              <a:defRPr/>
            </a:pPr>
            <a:r>
              <a:rPr lang="en-IN" b="1" dirty="0" smtClean="0">
                <a:solidFill>
                  <a:schemeClr val="tx1"/>
                </a:solidFill>
                <a:latin typeface="Times New Roman" pitchFamily="18" charset="0"/>
                <a:cs typeface="Times New Roman" pitchFamily="18" charset="0"/>
              </a:rPr>
              <a:t>RELIABLE  AND  EFFICIENT</a:t>
            </a:r>
          </a:p>
          <a:p>
            <a:pPr marL="180000" indent="-342900" fontAlgn="auto">
              <a:spcBef>
                <a:spcPts val="0"/>
              </a:spcBef>
              <a:spcAft>
                <a:spcPts val="0"/>
              </a:spcAft>
              <a:buClr>
                <a:srgbClr val="FF0000"/>
              </a:buClr>
              <a:buFont typeface="Wingdings" pitchFamily="2" charset="2"/>
              <a:buChar char="Ø"/>
              <a:defRPr/>
            </a:pPr>
            <a:endParaRPr lang="en-IN" b="1" dirty="0" smtClean="0">
              <a:solidFill>
                <a:schemeClr val="tx1"/>
              </a:solidFill>
              <a:latin typeface="Times New Roman" pitchFamily="18" charset="0"/>
              <a:cs typeface="Times New Roman" pitchFamily="18" charset="0"/>
            </a:endParaRPr>
          </a:p>
          <a:p>
            <a:pPr marL="180000" indent="-342900" fontAlgn="auto">
              <a:spcBef>
                <a:spcPts val="0"/>
              </a:spcBef>
              <a:spcAft>
                <a:spcPts val="0"/>
              </a:spcAft>
              <a:buClr>
                <a:srgbClr val="FF0000"/>
              </a:buClr>
              <a:defRPr/>
            </a:pPr>
            <a:r>
              <a:rPr lang="en-IN" b="1" dirty="0" smtClean="0">
                <a:solidFill>
                  <a:schemeClr val="tx1"/>
                </a:solidFill>
                <a:latin typeface="Times New Roman" pitchFamily="18" charset="0"/>
                <a:cs typeface="Times New Roman" pitchFamily="18" charset="0"/>
              </a:rPr>
              <a:t>                         DISADVANTAGES OF MACHINE LEARNING</a:t>
            </a:r>
          </a:p>
          <a:p>
            <a:pPr marL="180000" indent="-342900" fontAlgn="auto">
              <a:spcBef>
                <a:spcPts val="0"/>
              </a:spcBef>
              <a:spcAft>
                <a:spcPts val="0"/>
              </a:spcAft>
              <a:buClr>
                <a:srgbClr val="FF0000"/>
              </a:buClr>
              <a:defRPr/>
            </a:pPr>
            <a:endParaRPr lang="en-IN" b="1" dirty="0" smtClean="0">
              <a:solidFill>
                <a:schemeClr val="tx1"/>
              </a:solidFill>
              <a:latin typeface="Times New Roman" pitchFamily="18" charset="0"/>
              <a:cs typeface="Times New Roman" pitchFamily="18" charset="0"/>
            </a:endParaRPr>
          </a:p>
          <a:p>
            <a:pPr marL="180000" indent="-342900" fontAlgn="auto">
              <a:spcBef>
                <a:spcPts val="0"/>
              </a:spcBef>
              <a:spcAft>
                <a:spcPts val="0"/>
              </a:spcAft>
              <a:buClr>
                <a:srgbClr val="FF0000"/>
              </a:buClr>
              <a:buFont typeface="Wingdings" pitchFamily="2" charset="2"/>
              <a:buChar char="Ø"/>
              <a:defRPr/>
            </a:pPr>
            <a:r>
              <a:rPr lang="en-IN" b="1" dirty="0" smtClean="0">
                <a:solidFill>
                  <a:schemeClr val="tx1"/>
                </a:solidFill>
                <a:latin typeface="Times New Roman" pitchFamily="18" charset="0"/>
                <a:cs typeface="Times New Roman" pitchFamily="18" charset="0"/>
              </a:rPr>
              <a:t>LACK OF EXPLAINABILITY</a:t>
            </a:r>
          </a:p>
          <a:p>
            <a:pPr marL="180000" indent="-342900" fontAlgn="auto">
              <a:spcBef>
                <a:spcPts val="0"/>
              </a:spcBef>
              <a:spcAft>
                <a:spcPts val="0"/>
              </a:spcAft>
              <a:buClr>
                <a:srgbClr val="FF0000"/>
              </a:buClr>
              <a:buFont typeface="Wingdings" pitchFamily="2" charset="2"/>
              <a:buChar char="Ø"/>
              <a:defRPr/>
            </a:pPr>
            <a:r>
              <a:rPr lang="en-IN" b="1" dirty="0" smtClean="0">
                <a:solidFill>
                  <a:schemeClr val="tx1"/>
                </a:solidFill>
                <a:latin typeface="Times New Roman" pitchFamily="18" charset="0"/>
                <a:cs typeface="Times New Roman" pitchFamily="18" charset="0"/>
              </a:rPr>
              <a:t>HIGH CHANCES OF ERROR</a:t>
            </a:r>
          </a:p>
          <a:p>
            <a:pPr marL="180000" indent="-342900" fontAlgn="auto">
              <a:spcBef>
                <a:spcPts val="0"/>
              </a:spcBef>
              <a:spcAft>
                <a:spcPts val="0"/>
              </a:spcAft>
              <a:buClr>
                <a:srgbClr val="FF0000"/>
              </a:buClr>
              <a:buFont typeface="Wingdings" pitchFamily="2" charset="2"/>
              <a:buChar char="Ø"/>
              <a:defRPr/>
            </a:pPr>
            <a:r>
              <a:rPr lang="en-IN" b="1" dirty="0" smtClean="0">
                <a:solidFill>
                  <a:schemeClr val="tx1"/>
                </a:solidFill>
                <a:latin typeface="Times New Roman" pitchFamily="18" charset="0"/>
                <a:cs typeface="Times New Roman" pitchFamily="18" charset="0"/>
              </a:rPr>
              <a:t>DATA BIAS</a:t>
            </a:r>
          </a:p>
          <a:p>
            <a:pPr marL="180000" indent="-342900" fontAlgn="auto">
              <a:spcBef>
                <a:spcPts val="0"/>
              </a:spcBef>
              <a:spcAft>
                <a:spcPts val="0"/>
              </a:spcAft>
              <a:buClr>
                <a:srgbClr val="FF0000"/>
              </a:buClr>
              <a:buFont typeface="Wingdings" pitchFamily="2" charset="2"/>
              <a:buChar char="Ø"/>
              <a:defRPr/>
            </a:pPr>
            <a:r>
              <a:rPr lang="en-IN" b="1" dirty="0" smtClean="0">
                <a:solidFill>
                  <a:schemeClr val="tx1"/>
                </a:solidFill>
                <a:latin typeface="Times New Roman" pitchFamily="18" charset="0"/>
                <a:cs typeface="Times New Roman" pitchFamily="18" charset="0"/>
              </a:rPr>
              <a:t>COMPLEXITY </a:t>
            </a:r>
          </a:p>
          <a:p>
            <a:pPr marL="180000" indent="-342900" fontAlgn="auto">
              <a:spcBef>
                <a:spcPts val="0"/>
              </a:spcBef>
              <a:spcAft>
                <a:spcPts val="0"/>
              </a:spcAft>
              <a:buClr>
                <a:srgbClr val="FF0000"/>
              </a:buClr>
              <a:buFont typeface="Wingdings" pitchFamily="2" charset="2"/>
              <a:buChar char="Ø"/>
              <a:defRPr/>
            </a:pPr>
            <a:r>
              <a:rPr lang="en-IN" b="1" dirty="0" smtClean="0">
                <a:solidFill>
                  <a:schemeClr val="tx1"/>
                </a:solidFill>
                <a:latin typeface="Times New Roman" pitchFamily="18" charset="0"/>
                <a:cs typeface="Times New Roman" pitchFamily="18" charset="0"/>
              </a:rPr>
              <a:t>MAKING THE WRONG ASSUMPTIONS</a:t>
            </a:r>
          </a:p>
          <a:p>
            <a:pPr marL="180000" indent="-342900" fontAlgn="auto">
              <a:spcBef>
                <a:spcPts val="0"/>
              </a:spcBef>
              <a:spcAft>
                <a:spcPts val="0"/>
              </a:spcAft>
              <a:buClr>
                <a:srgbClr val="FF0000"/>
              </a:buClr>
              <a:buFont typeface="Wingdings" pitchFamily="2" charset="2"/>
              <a:buChar char="Ø"/>
              <a:defRPr/>
            </a:pPr>
            <a:r>
              <a:rPr lang="en-IN" b="1" dirty="0" smtClean="0">
                <a:solidFill>
                  <a:schemeClr val="tx1"/>
                </a:solidFill>
                <a:latin typeface="Times New Roman" pitchFamily="18" charset="0"/>
                <a:cs typeface="Times New Roman" pitchFamily="18" charset="0"/>
              </a:rPr>
              <a:t>INACCURATE PREDICTIONS</a:t>
            </a:r>
          </a:p>
          <a:p>
            <a:pPr marL="180000" indent="-342900" fontAlgn="auto">
              <a:spcBef>
                <a:spcPts val="0"/>
              </a:spcBef>
              <a:spcAft>
                <a:spcPts val="0"/>
              </a:spcAft>
              <a:buClr>
                <a:srgbClr val="FF0000"/>
              </a:buClr>
              <a:defRPr/>
            </a:pPr>
            <a:endParaRPr lang="en-IN" b="1" dirty="0" smtClean="0">
              <a:solidFill>
                <a:schemeClr val="tx1"/>
              </a:solidFill>
              <a:latin typeface="Times New Roman" pitchFamily="18" charset="0"/>
              <a:cs typeface="Times New Roman" pitchFamily="18" charset="0"/>
            </a:endParaRPr>
          </a:p>
          <a:p>
            <a:pPr marL="180000" indent="-342900" fontAlgn="auto">
              <a:spcBef>
                <a:spcPts val="0"/>
              </a:spcBef>
              <a:spcAft>
                <a:spcPts val="0"/>
              </a:spcAft>
              <a:buClr>
                <a:srgbClr val="FF0000"/>
              </a:buClr>
              <a:defRPr/>
            </a:pPr>
            <a:endParaRPr lang="en-IN" b="1" dirty="0">
              <a:latin typeface="Times New Roman" pitchFamily="18" charset="0"/>
              <a:cs typeface="Times New Roman" pitchFamily="18" charset="0"/>
            </a:endParaRPr>
          </a:p>
        </p:txBody>
      </p:sp>
    </p:spTree>
  </p:cSld>
  <p:clrMapOvr>
    <a:masterClrMapping/>
  </p:clrMapOvr>
  <p:transition spd="slow">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107504" y="116632"/>
            <a:ext cx="8856984" cy="6552728"/>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en-IN" sz="1600" b="1" dirty="0"/>
              <a:t>                                 </a:t>
            </a:r>
            <a:r>
              <a:rPr lang="en-IN" sz="3200" b="1" dirty="0" smtClean="0">
                <a:solidFill>
                  <a:schemeClr val="tx1"/>
                </a:solidFill>
              </a:rPr>
              <a:t>HEURISTIC  APPROACH </a:t>
            </a:r>
            <a:endParaRPr lang="en-US" sz="3200" dirty="0">
              <a:solidFill>
                <a:schemeClr val="tx1"/>
              </a:solidFill>
            </a:endParaRPr>
          </a:p>
          <a:p>
            <a:pPr>
              <a:defRPr/>
            </a:pPr>
            <a:r>
              <a:rPr lang="en-IN" sz="1600" b="1" dirty="0"/>
              <a:t> </a:t>
            </a:r>
            <a:endParaRPr lang="en-US" sz="1600" dirty="0"/>
          </a:p>
          <a:p>
            <a:pPr>
              <a:defRPr/>
            </a:pPr>
            <a:endParaRPr lang="en-IN" sz="1600" dirty="0">
              <a:solidFill>
                <a:schemeClr val="tx1"/>
              </a:solidFill>
            </a:endParaRPr>
          </a:p>
          <a:p>
            <a:pPr algn="just">
              <a:defRPr/>
            </a:pPr>
            <a:r>
              <a:rPr lang="en-IN" sz="2000" dirty="0">
                <a:solidFill>
                  <a:schemeClr val="tx1"/>
                </a:solidFill>
              </a:rPr>
              <a:t>In problem solving tasks related to data mining those approaches are called heuristic which do not have explicit procedures to solve the specific problem rather we have to employ implicit techniques which may be a combination of novel mathematical and other scientific concepts that may be a part of computational algorithms. It is observed that there is no direct method available which decides the configuration of ANN for specific problem and dataset </a:t>
            </a:r>
            <a:r>
              <a:rPr lang="en-IN" sz="2000" dirty="0" smtClean="0">
                <a:solidFill>
                  <a:schemeClr val="tx1"/>
                </a:solidFill>
              </a:rPr>
              <a:t>like </a:t>
            </a:r>
            <a:r>
              <a:rPr lang="en-IN" sz="2000" dirty="0">
                <a:solidFill>
                  <a:schemeClr val="tx1"/>
                </a:solidFill>
              </a:rPr>
              <a:t>number of hidden layers, number of neurons in these hidden layers, transfer function employed and other parameters which best fits the specific problem. Further cross-validation approach is based on partitioning of data in to multiple folds but there is no explicit reason available to decide number of folds for specific problem. In the experiments performed in this thesis we use hit and trial methods induced from the literature available from the various ANN resources.</a:t>
            </a:r>
            <a:endParaRPr lang="en-US" sz="2000" dirty="0">
              <a:solidFill>
                <a:schemeClr val="tx1"/>
              </a:solidFill>
            </a:endParaRPr>
          </a:p>
          <a:p>
            <a:pPr fontAlgn="auto">
              <a:spcBef>
                <a:spcPts val="0"/>
              </a:spcBef>
              <a:spcAft>
                <a:spcPts val="0"/>
              </a:spcAft>
              <a:defRPr/>
            </a:pPr>
            <a:endParaRPr lang="en-IN" sz="1600" b="1" dirty="0">
              <a:solidFill>
                <a:schemeClr val="tx1"/>
              </a:solidFill>
              <a:latin typeface="Times New Roman" pitchFamily="18" charset="0"/>
              <a:cs typeface="Times New Roman" pitchFamily="18" charset="0"/>
            </a:endParaRPr>
          </a:p>
        </p:txBody>
      </p:sp>
    </p:spTree>
  </p:cSld>
  <p:clrMapOvr>
    <a:masterClrMapping/>
  </p:clrMapOvr>
  <p:transition spd="slow">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107504" y="116632"/>
            <a:ext cx="8856984" cy="6552728"/>
          </a:xfrm>
          <a:prstGeom prst="roundRect">
            <a:avLst>
              <a:gd name="adj" fmla="val 22478"/>
            </a:avLst>
          </a:prstGeom>
        </p:spPr>
        <p:style>
          <a:lnRef idx="1">
            <a:schemeClr val="accent1"/>
          </a:lnRef>
          <a:fillRef idx="2">
            <a:schemeClr val="accent1"/>
          </a:fillRef>
          <a:effectRef idx="1">
            <a:schemeClr val="accent1"/>
          </a:effectRef>
          <a:fontRef idx="minor">
            <a:schemeClr val="dk1"/>
          </a:fontRef>
        </p:style>
        <p:txBody>
          <a:bodyPr/>
          <a:lstStyle/>
          <a:p>
            <a:pPr marL="180000" indent="-342900" fontAlgn="auto">
              <a:spcBef>
                <a:spcPts val="0"/>
              </a:spcBef>
              <a:spcAft>
                <a:spcPts val="0"/>
              </a:spcAft>
              <a:buClr>
                <a:schemeClr val="bg2">
                  <a:lumMod val="75000"/>
                </a:schemeClr>
              </a:buClr>
              <a:defRPr/>
            </a:pPr>
            <a:r>
              <a:rPr lang="en-IN" b="1" dirty="0">
                <a:latin typeface="Times New Roman" pitchFamily="18" charset="0"/>
                <a:cs typeface="Times New Roman" pitchFamily="18" charset="0"/>
              </a:rPr>
              <a:t> </a:t>
            </a:r>
            <a:r>
              <a:rPr lang="en-IN" b="1" dirty="0" smtClean="0">
                <a:latin typeface="Times New Roman" pitchFamily="18" charset="0"/>
                <a:cs typeface="Times New Roman" pitchFamily="18" charset="0"/>
              </a:rPr>
              <a:t>                       </a:t>
            </a:r>
            <a:r>
              <a:rPr lang="en-IN" b="1" dirty="0" smtClean="0">
                <a:solidFill>
                  <a:schemeClr val="tx1"/>
                </a:solidFill>
                <a:latin typeface="Times New Roman" pitchFamily="18" charset="0"/>
                <a:cs typeface="Times New Roman" pitchFamily="18" charset="0"/>
              </a:rPr>
              <a:t> </a:t>
            </a:r>
          </a:p>
          <a:p>
            <a:pPr marL="180000" indent="-342900" fontAlgn="auto">
              <a:spcBef>
                <a:spcPts val="0"/>
              </a:spcBef>
              <a:spcAft>
                <a:spcPts val="0"/>
              </a:spcAft>
              <a:buClr>
                <a:srgbClr val="FF0000"/>
              </a:buClr>
              <a:defRPr/>
            </a:pPr>
            <a:r>
              <a:rPr lang="en-IN" b="1" dirty="0" smtClean="0">
                <a:latin typeface="Times New Roman" pitchFamily="18" charset="0"/>
                <a:cs typeface="Times New Roman" pitchFamily="18" charset="0"/>
              </a:rPr>
              <a:t>                        </a:t>
            </a:r>
            <a:r>
              <a:rPr lang="en-IN" sz="3200" b="1" dirty="0" smtClean="0">
                <a:latin typeface="Times New Roman" pitchFamily="18" charset="0"/>
                <a:cs typeface="Times New Roman" pitchFamily="18" charset="0"/>
              </a:rPr>
              <a:t>DATA  CLASSIFICATION</a:t>
            </a:r>
            <a:endParaRPr lang="en-IN" sz="3200" b="1" dirty="0">
              <a:latin typeface="Times New Roman" pitchFamily="18" charset="0"/>
              <a:cs typeface="Times New Roman" pitchFamily="18" charset="0"/>
            </a:endParaRPr>
          </a:p>
        </p:txBody>
      </p:sp>
      <p:pic>
        <p:nvPicPr>
          <p:cNvPr id="9" name="Picture 2"/>
          <p:cNvPicPr>
            <a:picLocks noChangeAspect="1" noChangeArrowheads="1"/>
          </p:cNvPicPr>
          <p:nvPr/>
        </p:nvPicPr>
        <p:blipFill>
          <a:blip r:embed="rId2" cstate="print"/>
          <a:srcRect/>
          <a:stretch>
            <a:fillRect/>
          </a:stretch>
        </p:blipFill>
        <p:spPr bwMode="auto">
          <a:xfrm>
            <a:off x="755576" y="1628800"/>
            <a:ext cx="7388299" cy="4176464"/>
          </a:xfrm>
          <a:prstGeom prst="rect">
            <a:avLst/>
          </a:prstGeom>
          <a:noFill/>
          <a:ln w="9525">
            <a:noFill/>
            <a:miter lim="800000"/>
            <a:headEnd/>
            <a:tailEnd/>
          </a:ln>
        </p:spPr>
      </p:pic>
    </p:spTree>
  </p:cSld>
  <p:clrMapOvr>
    <a:masterClrMapping/>
  </p:clrMapOvr>
  <p:transition spd="slow">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107504" y="167406"/>
            <a:ext cx="8856984" cy="6501954"/>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fontAlgn="auto">
              <a:spcBef>
                <a:spcPts val="0"/>
              </a:spcBef>
              <a:spcAft>
                <a:spcPts val="0"/>
              </a:spcAft>
              <a:defRPr/>
            </a:pPr>
            <a:r>
              <a:rPr lang="en-IN" sz="4000" dirty="0">
                <a:solidFill>
                  <a:schemeClr val="tx1"/>
                </a:solidFill>
              </a:rPr>
              <a:t>  </a:t>
            </a:r>
            <a:endParaRPr lang="en-IN" sz="4000" b="1" dirty="0">
              <a:solidFill>
                <a:schemeClr val="tx1"/>
              </a:solidFill>
              <a:latin typeface="Times New Roman" pitchFamily="18" charset="0"/>
              <a:cs typeface="Times New Roman" pitchFamily="18" charset="0"/>
            </a:endParaRPr>
          </a:p>
        </p:txBody>
      </p:sp>
      <p:pic>
        <p:nvPicPr>
          <p:cNvPr id="26627" name="Picture 3"/>
          <p:cNvPicPr>
            <a:picLocks noChangeAspect="1" noChangeArrowheads="1"/>
          </p:cNvPicPr>
          <p:nvPr/>
        </p:nvPicPr>
        <p:blipFill>
          <a:blip r:embed="rId2" cstate="print"/>
          <a:srcRect/>
          <a:stretch>
            <a:fillRect/>
          </a:stretch>
        </p:blipFill>
        <p:spPr bwMode="auto">
          <a:xfrm>
            <a:off x="2123728" y="357188"/>
            <a:ext cx="4796185" cy="1857375"/>
          </a:xfrm>
          <a:prstGeom prst="rect">
            <a:avLst/>
          </a:prstGeom>
          <a:noFill/>
          <a:ln w="9525">
            <a:noFill/>
            <a:miter lim="800000"/>
            <a:headEnd/>
            <a:tailEnd/>
          </a:ln>
        </p:spPr>
      </p:pic>
      <p:pic>
        <p:nvPicPr>
          <p:cNvPr id="26628" name="Picture 4"/>
          <p:cNvPicPr>
            <a:picLocks noChangeAspect="1" noChangeArrowheads="1"/>
          </p:cNvPicPr>
          <p:nvPr/>
        </p:nvPicPr>
        <p:blipFill>
          <a:blip r:embed="rId3" cstate="print"/>
          <a:srcRect l="33252" t="50955" r="46033" b="28561"/>
          <a:stretch>
            <a:fillRect/>
          </a:stretch>
        </p:blipFill>
        <p:spPr bwMode="auto">
          <a:xfrm>
            <a:off x="2123729" y="2428875"/>
            <a:ext cx="4896544" cy="1714500"/>
          </a:xfrm>
          <a:prstGeom prst="rect">
            <a:avLst/>
          </a:prstGeom>
          <a:noFill/>
          <a:ln w="12700">
            <a:solidFill>
              <a:srgbClr val="000000"/>
            </a:solidFill>
            <a:miter lim="800000"/>
            <a:headEnd/>
            <a:tailEnd/>
          </a:ln>
        </p:spPr>
      </p:pic>
      <p:pic>
        <p:nvPicPr>
          <p:cNvPr id="26629" name="Picture 5"/>
          <p:cNvPicPr>
            <a:picLocks noChangeAspect="1" noChangeArrowheads="1"/>
          </p:cNvPicPr>
          <p:nvPr/>
        </p:nvPicPr>
        <p:blipFill>
          <a:blip r:embed="rId4" cstate="print"/>
          <a:srcRect l="30594" t="63240" r="30159" b="23920"/>
          <a:stretch>
            <a:fillRect/>
          </a:stretch>
        </p:blipFill>
        <p:spPr bwMode="auto">
          <a:xfrm>
            <a:off x="2071688" y="4365104"/>
            <a:ext cx="4929187" cy="1778521"/>
          </a:xfrm>
          <a:prstGeom prst="rect">
            <a:avLst/>
          </a:prstGeom>
          <a:noFill/>
          <a:ln w="9525">
            <a:noFill/>
            <a:miter lim="800000"/>
            <a:headEnd/>
            <a:tailEnd/>
          </a:ln>
        </p:spPr>
      </p:pic>
    </p:spTree>
  </p:cSld>
  <p:clrMapOvr>
    <a:masterClrMapping/>
  </p:clrMapOvr>
  <p:transition spd="slow">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214313" y="95398"/>
            <a:ext cx="8643937" cy="6573962"/>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fontAlgn="auto">
              <a:spcBef>
                <a:spcPts val="0"/>
              </a:spcBef>
              <a:spcAft>
                <a:spcPts val="0"/>
              </a:spcAft>
              <a:defRPr/>
            </a:pPr>
            <a:r>
              <a:rPr lang="en-IN" sz="4000" dirty="0">
                <a:solidFill>
                  <a:schemeClr val="tx1"/>
                </a:solidFill>
              </a:rPr>
              <a:t>  </a:t>
            </a:r>
            <a:endParaRPr lang="en-IN" sz="4000" b="1" dirty="0">
              <a:solidFill>
                <a:schemeClr val="tx1"/>
              </a:solidFill>
              <a:latin typeface="Times New Roman" pitchFamily="18" charset="0"/>
              <a:cs typeface="Times New Roman" pitchFamily="18" charset="0"/>
            </a:endParaRPr>
          </a:p>
        </p:txBody>
      </p:sp>
      <p:pic>
        <p:nvPicPr>
          <p:cNvPr id="6" name="Picture 5" descr="ML2.PNG"/>
          <p:cNvPicPr>
            <a:picLocks noChangeAspect="1"/>
          </p:cNvPicPr>
          <p:nvPr/>
        </p:nvPicPr>
        <p:blipFill>
          <a:blip r:embed="rId2" cstate="print"/>
          <a:stretch>
            <a:fillRect/>
          </a:stretch>
        </p:blipFill>
        <p:spPr>
          <a:xfrm>
            <a:off x="899592" y="476672"/>
            <a:ext cx="7272808" cy="5256584"/>
          </a:xfrm>
          <a:prstGeom prst="rect">
            <a:avLst/>
          </a:prstGeom>
        </p:spPr>
      </p:pic>
    </p:spTree>
  </p:cSld>
  <p:clrMapOvr>
    <a:masterClrMapping/>
  </p:clrMapOvr>
  <p:transition spd="slow">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214313" y="188640"/>
            <a:ext cx="8572500" cy="648072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IN" dirty="0"/>
          </a:p>
        </p:txBody>
      </p:sp>
      <p:pic>
        <p:nvPicPr>
          <p:cNvPr id="18435" name="Picture 10" descr="figure1.JPG"/>
          <p:cNvPicPr>
            <a:picLocks noChangeAspect="1" noChangeArrowheads="1"/>
          </p:cNvPicPr>
          <p:nvPr/>
        </p:nvPicPr>
        <p:blipFill>
          <a:blip r:embed="rId2" cstate="print"/>
          <a:srcRect/>
          <a:stretch>
            <a:fillRect/>
          </a:stretch>
        </p:blipFill>
        <p:spPr bwMode="auto">
          <a:xfrm>
            <a:off x="611560" y="571500"/>
            <a:ext cx="7776863" cy="5161756"/>
          </a:xfrm>
          <a:prstGeom prst="rect">
            <a:avLst/>
          </a:prstGeom>
          <a:noFill/>
          <a:ln w="9525">
            <a:noFill/>
            <a:miter lim="800000"/>
            <a:headEnd/>
            <a:tailEnd/>
          </a:ln>
        </p:spPr>
      </p:pic>
      <p:sp>
        <p:nvSpPr>
          <p:cNvPr id="8" name="Rounded Rectangle 7"/>
          <p:cNvSpPr/>
          <p:nvPr/>
        </p:nvSpPr>
        <p:spPr>
          <a:xfrm>
            <a:off x="1214438" y="5857875"/>
            <a:ext cx="6715125" cy="5000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IN" sz="2400" b="1" dirty="0">
                <a:solidFill>
                  <a:schemeClr val="tx1"/>
                </a:solidFill>
              </a:rPr>
              <a:t>ARCHITECTURE OF ARTIFICIAL NEURAL NETWORK</a:t>
            </a:r>
          </a:p>
        </p:txBody>
      </p:sp>
    </p:spTree>
  </p:cSld>
  <p:clrMapOvr>
    <a:masterClrMapping/>
  </p:clrMapOvr>
  <p:transition spd="slow">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179513" y="116632"/>
            <a:ext cx="8784976" cy="6552728"/>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fontAlgn="auto">
              <a:spcBef>
                <a:spcPts val="0"/>
              </a:spcBef>
              <a:spcAft>
                <a:spcPts val="0"/>
              </a:spcAft>
              <a:defRPr/>
            </a:pPr>
            <a:endParaRPr lang="en-IN" sz="4000" b="1" dirty="0">
              <a:solidFill>
                <a:schemeClr val="tx1"/>
              </a:solidFill>
              <a:latin typeface="Times New Roman" pitchFamily="18" charset="0"/>
              <a:cs typeface="Times New Roman" pitchFamily="18" charset="0"/>
            </a:endParaRPr>
          </a:p>
        </p:txBody>
      </p:sp>
      <p:sp>
        <p:nvSpPr>
          <p:cNvPr id="4" name="TextBox 3"/>
          <p:cNvSpPr txBox="1"/>
          <p:nvPr/>
        </p:nvSpPr>
        <p:spPr>
          <a:xfrm>
            <a:off x="755576" y="2492896"/>
            <a:ext cx="7317456" cy="1323439"/>
          </a:xfrm>
          <a:prstGeom prst="rect">
            <a:avLst/>
          </a:prstGeom>
          <a:noFill/>
        </p:spPr>
        <p:txBody>
          <a:bodyPr wrap="square" rtlCol="0">
            <a:spAutoFit/>
          </a:bodyPr>
          <a:lstStyle/>
          <a:p>
            <a:pPr algn="ctr"/>
            <a:r>
              <a:rPr lang="en-IN" sz="8000" b="1" dirty="0" smtClean="0">
                <a:latin typeface="Times New Roman" pitchFamily="18" charset="0"/>
                <a:cs typeface="Times New Roman" pitchFamily="18" charset="0"/>
              </a:rPr>
              <a:t>THANK YOU</a:t>
            </a:r>
            <a:endParaRPr lang="en-US" sz="8000" dirty="0">
              <a:latin typeface="Times New Roman" pitchFamily="18" charset="0"/>
              <a:cs typeface="Times New Roman" pitchFamily="18" charset="0"/>
            </a:endParaRPr>
          </a:p>
        </p:txBody>
      </p:sp>
    </p:spTree>
  </p:cSld>
  <p:clrMapOvr>
    <a:masterClrMapping/>
  </p:clrMapOvr>
  <p:transition spd="slow">
    <p:dissolv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987</TotalTime>
  <Words>146</Words>
  <Application>Microsoft Office PowerPoint</Application>
  <PresentationFormat>On-screen Show (4:3)</PresentationFormat>
  <Paragraphs>69</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Trek</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SARIKA</dc:creator>
  <cp:lastModifiedBy>admin</cp:lastModifiedBy>
  <cp:revision>385</cp:revision>
  <dcterms:created xsi:type="dcterms:W3CDTF">2018-01-03T16:04:06Z</dcterms:created>
  <dcterms:modified xsi:type="dcterms:W3CDTF">2026-06-22T02:15:15Z</dcterms:modified>
</cp:coreProperties>
</file>